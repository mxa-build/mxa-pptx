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306" r:id="rId6"/>
    <p:sldId id="262" r:id="rId7"/>
    <p:sldId id="279" r:id="rId8"/>
    <p:sldId id="268" r:id="rId9"/>
    <p:sldId id="270" r:id="rId10"/>
    <p:sldId id="280" r:id="rId11"/>
    <p:sldId id="272" r:id="rId12"/>
    <p:sldId id="273" r:id="rId13"/>
    <p:sldId id="274" r:id="rId14"/>
    <p:sldId id="276" r:id="rId15"/>
    <p:sldId id="275" r:id="rId16"/>
    <p:sldId id="308" r:id="rId17"/>
    <p:sldId id="309" r:id="rId18"/>
    <p:sldId id="310" r:id="rId19"/>
    <p:sldId id="311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281" r:id="rId32"/>
    <p:sldId id="26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7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>
        <p:guide orient="horz" pos="2160"/>
        <p:guide pos="57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801280521752963E-2"/>
          <c:y val="8.5631603692783179E-2"/>
          <c:w val="0.91542094170046928"/>
          <c:h val="0.580755638006169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61-42D0-BAC9-37BFB4447D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61-42D0-BAC9-37BFB4447D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61-42D0-BAC9-37BFB4447D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56453263"/>
        <c:axId val="1117964911"/>
      </c:barChart>
      <c:catAx>
        <c:axId val="1056453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Instrument Sans" pitchFamily="2" charset="0"/>
                <a:ea typeface="+mn-ea"/>
                <a:cs typeface="+mn-cs"/>
              </a:defRPr>
            </a:pPr>
            <a:endParaRPr lang="en-US"/>
          </a:p>
        </c:txPr>
        <c:crossAx val="1117964911"/>
        <c:crosses val="autoZero"/>
        <c:auto val="1"/>
        <c:lblAlgn val="ctr"/>
        <c:lblOffset val="100"/>
        <c:noMultiLvlLbl val="0"/>
      </c:catAx>
      <c:valAx>
        <c:axId val="1117964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Instrument Sans" pitchFamily="2" charset="0"/>
                <a:ea typeface="+mn-ea"/>
                <a:cs typeface="+mn-cs"/>
              </a:defRPr>
            </a:pPr>
            <a:endParaRPr lang="en-US"/>
          </a:p>
        </c:txPr>
        <c:crossAx val="1056453263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975761552533208"/>
          <c:y val="0.86053656883148122"/>
          <c:w val="0.4204847689493359"/>
          <c:h val="0.139463431168518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Instrument Sans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  <a:latin typeface="Instrument Sans" pitchFamily="2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801280521752963E-2"/>
          <c:y val="8.5631655709354118E-2"/>
          <c:w val="0.91542094170046928"/>
          <c:h val="0.5961845104927175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26-49E0-AA1A-E6D87F208C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26-49E0-AA1A-E6D87F208C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826-49E0-AA1A-E6D87F208C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3289759"/>
        <c:axId val="1381846143"/>
      </c:lineChart>
      <c:catAx>
        <c:axId val="1303289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1846143"/>
        <c:crosses val="autoZero"/>
        <c:auto val="1"/>
        <c:lblAlgn val="ctr"/>
        <c:lblOffset val="100"/>
        <c:noMultiLvlLbl val="0"/>
      </c:catAx>
      <c:valAx>
        <c:axId val="1381846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289759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057583711127019"/>
          <c:y val="0.86053648411498462"/>
          <c:w val="0.53884832577745967"/>
          <c:h val="0.139463515885015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484E24-1F8C-42DB-A0DA-0B2ABB70EA1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E40A36-E91B-4B80-A1E4-6FC6E8BC0102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1000" b="1" dirty="0"/>
            <a:t>Leader</a:t>
          </a:r>
        </a:p>
      </dgm:t>
    </dgm:pt>
    <dgm:pt modelId="{955A04F6-E07A-44C2-953C-33C1E14EB6A5}" type="parTrans" cxnId="{F1AB6589-987C-44DF-9C63-A78FCD6CC69F}">
      <dgm:prSet/>
      <dgm:spPr/>
      <dgm:t>
        <a:bodyPr/>
        <a:lstStyle/>
        <a:p>
          <a:endParaRPr lang="en-US" sz="1100"/>
        </a:p>
      </dgm:t>
    </dgm:pt>
    <dgm:pt modelId="{0C14C268-2230-42D7-BC84-7D6D9A99D813}" type="sibTrans" cxnId="{F1AB6589-987C-44DF-9C63-A78FCD6CC69F}">
      <dgm:prSet/>
      <dgm:spPr/>
      <dgm:t>
        <a:bodyPr/>
        <a:lstStyle/>
        <a:p>
          <a:endParaRPr lang="en-US" sz="1100"/>
        </a:p>
      </dgm:t>
    </dgm:pt>
    <dgm:pt modelId="{E0A06395-5332-413A-B09B-1529A4F43F93}" type="asst">
      <dgm:prSet phldrT="[Text]" custT="1"/>
      <dgm:spPr/>
      <dgm:t>
        <a:bodyPr/>
        <a:lstStyle/>
        <a:p>
          <a:r>
            <a:rPr lang="en-US" sz="1000" dirty="0"/>
            <a:t>Secretary</a:t>
          </a:r>
        </a:p>
      </dgm:t>
    </dgm:pt>
    <dgm:pt modelId="{8C104A61-B688-47A2-A7BC-E603680AE7DF}" type="parTrans" cxnId="{5C24C0D4-1377-460B-98C1-54E61DCCE2E4}">
      <dgm:prSet/>
      <dgm:spPr>
        <a:noFill/>
        <a:ln w="3175" cap="flat" cmpd="sng" algn="ctr">
          <a:solidFill>
            <a:srgbClr val="969696"/>
          </a:solidFill>
          <a:prstDash val="solid"/>
          <a:miter lim="800000"/>
        </a:ln>
        <a:effectLst/>
      </dgm:spPr>
      <dgm:t>
        <a:bodyPr/>
        <a:lstStyle/>
        <a:p>
          <a:endParaRPr lang="en-US" sz="1100"/>
        </a:p>
      </dgm:t>
    </dgm:pt>
    <dgm:pt modelId="{08D3F65E-ECA9-4B15-9513-017268120397}" type="sibTrans" cxnId="{5C24C0D4-1377-460B-98C1-54E61DCCE2E4}">
      <dgm:prSet/>
      <dgm:spPr/>
      <dgm:t>
        <a:bodyPr/>
        <a:lstStyle/>
        <a:p>
          <a:endParaRPr lang="en-US" sz="1100"/>
        </a:p>
      </dgm:t>
    </dgm:pt>
    <dgm:pt modelId="{D18D0537-218F-4C0D-AF15-441851EAFBE6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sz="800" dirty="0">
              <a:solidFill>
                <a:schemeClr val="tx1"/>
              </a:solidFill>
            </a:rPr>
            <a:t>Team Member</a:t>
          </a:r>
        </a:p>
      </dgm:t>
    </dgm:pt>
    <dgm:pt modelId="{190591A9-A688-4A6D-B61A-A83BD40922CB}" type="parTrans" cxnId="{0561B70A-5A35-45AF-A02F-7C2D09F9AC31}">
      <dgm:prSet/>
      <dgm:spPr>
        <a:noFill/>
        <a:ln w="3175" cap="flat" cmpd="sng" algn="ctr">
          <a:solidFill>
            <a:schemeClr val="tx2"/>
          </a:solidFill>
          <a:prstDash val="solid"/>
          <a:miter lim="800000"/>
        </a:ln>
        <a:effectLst/>
      </dgm:spPr>
      <dgm:t>
        <a:bodyPr/>
        <a:lstStyle/>
        <a:p>
          <a:endParaRPr lang="en-US" sz="1100"/>
        </a:p>
      </dgm:t>
    </dgm:pt>
    <dgm:pt modelId="{BD531F40-A84E-48B2-95B5-7C7021DE391A}" type="sibTrans" cxnId="{0561B70A-5A35-45AF-A02F-7C2D09F9AC31}">
      <dgm:prSet/>
      <dgm:spPr/>
      <dgm:t>
        <a:bodyPr/>
        <a:lstStyle/>
        <a:p>
          <a:endParaRPr lang="en-US" sz="1100"/>
        </a:p>
      </dgm:t>
    </dgm:pt>
    <dgm:pt modelId="{C3AE2742-9023-4E66-8008-602AE9A785D2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sz="800" dirty="0">
              <a:solidFill>
                <a:schemeClr val="tx1"/>
              </a:solidFill>
            </a:rPr>
            <a:t>Team Member</a:t>
          </a:r>
        </a:p>
      </dgm:t>
    </dgm:pt>
    <dgm:pt modelId="{0101C9A1-53A1-4401-BD43-C357E817F15F}" type="parTrans" cxnId="{7B961E8B-3FB7-46BF-A47B-5A6342CF005C}">
      <dgm:prSet/>
      <dgm:spPr>
        <a:noFill/>
        <a:ln w="3175" cap="flat" cmpd="sng" algn="ctr">
          <a:solidFill>
            <a:srgbClr val="969696"/>
          </a:solidFill>
          <a:prstDash val="solid"/>
          <a:miter lim="800000"/>
        </a:ln>
        <a:effectLst/>
      </dgm:spPr>
      <dgm:t>
        <a:bodyPr/>
        <a:lstStyle/>
        <a:p>
          <a:endParaRPr lang="en-US" sz="1100"/>
        </a:p>
      </dgm:t>
    </dgm:pt>
    <dgm:pt modelId="{F0ACFBAC-437C-4A96-A77A-2A2F215EDE80}" type="sibTrans" cxnId="{7B961E8B-3FB7-46BF-A47B-5A6342CF005C}">
      <dgm:prSet/>
      <dgm:spPr/>
      <dgm:t>
        <a:bodyPr/>
        <a:lstStyle/>
        <a:p>
          <a:endParaRPr lang="en-US" sz="1100"/>
        </a:p>
      </dgm:t>
    </dgm:pt>
    <dgm:pt modelId="{A57C36F6-80DB-4145-B53B-C131BB106539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sz="800" dirty="0">
              <a:solidFill>
                <a:schemeClr val="tx1"/>
              </a:solidFill>
            </a:rPr>
            <a:t>Team Member</a:t>
          </a:r>
        </a:p>
      </dgm:t>
    </dgm:pt>
    <dgm:pt modelId="{FE9E831A-8A6F-4B78-ADB7-AED623BCA7F0}" type="parTrans" cxnId="{49866A4E-1D42-4B6A-8D37-9BAC6035C77F}">
      <dgm:prSet/>
      <dgm:spPr>
        <a:noFill/>
        <a:ln w="3175" cap="flat" cmpd="sng" algn="ctr">
          <a:solidFill>
            <a:srgbClr val="969696"/>
          </a:solidFill>
          <a:prstDash val="solid"/>
          <a:miter lim="800000"/>
        </a:ln>
        <a:effectLst/>
      </dgm:spPr>
      <dgm:t>
        <a:bodyPr/>
        <a:lstStyle/>
        <a:p>
          <a:endParaRPr lang="en-US" sz="1100"/>
        </a:p>
      </dgm:t>
    </dgm:pt>
    <dgm:pt modelId="{01FC32D1-655C-4B2C-9B99-2569738FEE45}" type="sibTrans" cxnId="{49866A4E-1D42-4B6A-8D37-9BAC6035C77F}">
      <dgm:prSet/>
      <dgm:spPr/>
      <dgm:t>
        <a:bodyPr/>
        <a:lstStyle/>
        <a:p>
          <a:endParaRPr lang="en-US" sz="1100"/>
        </a:p>
      </dgm:t>
    </dgm:pt>
    <dgm:pt modelId="{66415A66-2A8A-43F3-9700-EFBF2BE96FC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sz="800">
              <a:solidFill>
                <a:schemeClr val="tx1"/>
              </a:solidFill>
            </a:rPr>
            <a:t>Team Member</a:t>
          </a:r>
          <a:endParaRPr lang="en-US" sz="800" dirty="0">
            <a:solidFill>
              <a:schemeClr val="tx1"/>
            </a:solidFill>
          </a:endParaRPr>
        </a:p>
      </dgm:t>
    </dgm:pt>
    <dgm:pt modelId="{64C84D48-C8DA-4E68-9105-9E9B260FE449}" type="parTrans" cxnId="{0F34C863-E57A-4D30-BF2A-578D9E36BA5F}">
      <dgm:prSet/>
      <dgm:spPr>
        <a:noFill/>
        <a:ln w="3175" cap="flat" cmpd="sng" algn="ctr">
          <a:solidFill>
            <a:srgbClr val="969696"/>
          </a:solidFill>
          <a:prstDash val="solid"/>
          <a:miter lim="800000"/>
        </a:ln>
        <a:effectLst/>
      </dgm:spPr>
      <dgm:t>
        <a:bodyPr/>
        <a:lstStyle/>
        <a:p>
          <a:endParaRPr lang="en-US" sz="1100"/>
        </a:p>
      </dgm:t>
    </dgm:pt>
    <dgm:pt modelId="{A273AAC4-9C32-44FD-BDC7-20539C0957F8}" type="sibTrans" cxnId="{0F34C863-E57A-4D30-BF2A-578D9E36BA5F}">
      <dgm:prSet/>
      <dgm:spPr/>
      <dgm:t>
        <a:bodyPr/>
        <a:lstStyle/>
        <a:p>
          <a:endParaRPr lang="en-US" sz="1100"/>
        </a:p>
      </dgm:t>
    </dgm:pt>
    <dgm:pt modelId="{D76A60B1-209E-426C-8365-CD6A45D47BCA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sz="800">
              <a:solidFill>
                <a:schemeClr val="tx1"/>
              </a:solidFill>
            </a:rPr>
            <a:t>Team Member</a:t>
          </a:r>
          <a:endParaRPr lang="en-US" sz="800" dirty="0">
            <a:solidFill>
              <a:schemeClr val="tx1"/>
            </a:solidFill>
          </a:endParaRPr>
        </a:p>
      </dgm:t>
    </dgm:pt>
    <dgm:pt modelId="{3E55A5D7-C344-41BC-9F55-8F10DC9706CC}" type="parTrans" cxnId="{BAE82CF6-BDC8-4398-BC59-C49B75A7EA57}">
      <dgm:prSet/>
      <dgm:spPr>
        <a:ln w="3175">
          <a:solidFill>
            <a:schemeClr val="tx2"/>
          </a:solidFill>
        </a:ln>
      </dgm:spPr>
      <dgm:t>
        <a:bodyPr/>
        <a:lstStyle/>
        <a:p>
          <a:endParaRPr lang="en-US" sz="1100"/>
        </a:p>
      </dgm:t>
    </dgm:pt>
    <dgm:pt modelId="{96972DDD-6FFF-4F97-B3CB-8E0001957AEF}" type="sibTrans" cxnId="{BAE82CF6-BDC8-4398-BC59-C49B75A7EA57}">
      <dgm:prSet/>
      <dgm:spPr/>
      <dgm:t>
        <a:bodyPr/>
        <a:lstStyle/>
        <a:p>
          <a:endParaRPr lang="en-US" sz="1100"/>
        </a:p>
      </dgm:t>
    </dgm:pt>
    <dgm:pt modelId="{3023909B-0B84-4567-AFE9-C0A2C8A4B83B}" type="pres">
      <dgm:prSet presAssocID="{19484E24-1F8C-42DB-A0DA-0B2ABB70EA1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3236A25-D707-4C61-B128-3FC72B337EA2}" type="pres">
      <dgm:prSet presAssocID="{C2E40A36-E91B-4B80-A1E4-6FC6E8BC0102}" presName="hierRoot1" presStyleCnt="0">
        <dgm:presLayoutVars>
          <dgm:hierBranch val="init"/>
        </dgm:presLayoutVars>
      </dgm:prSet>
      <dgm:spPr/>
    </dgm:pt>
    <dgm:pt modelId="{9C2C815C-FB64-43C1-8546-786702854745}" type="pres">
      <dgm:prSet presAssocID="{C2E40A36-E91B-4B80-A1E4-6FC6E8BC0102}" presName="rootComposite1" presStyleCnt="0"/>
      <dgm:spPr/>
    </dgm:pt>
    <dgm:pt modelId="{10BA8F7D-B245-4663-B174-E1FF05115052}" type="pres">
      <dgm:prSet presAssocID="{C2E40A36-E91B-4B80-A1E4-6FC6E8BC0102}" presName="rootText1" presStyleLbl="node0" presStyleIdx="0" presStyleCnt="1">
        <dgm:presLayoutVars>
          <dgm:chPref val="3"/>
        </dgm:presLayoutVars>
      </dgm:prSet>
      <dgm:spPr>
        <a:prstGeom prst="snip2DiagRect">
          <a:avLst/>
        </a:prstGeom>
      </dgm:spPr>
    </dgm:pt>
    <dgm:pt modelId="{FC1CB4ED-DEAC-412A-A4E2-93D2DF1C88EB}" type="pres">
      <dgm:prSet presAssocID="{C2E40A36-E91B-4B80-A1E4-6FC6E8BC0102}" presName="rootConnector1" presStyleLbl="node1" presStyleIdx="0" presStyleCnt="0"/>
      <dgm:spPr/>
    </dgm:pt>
    <dgm:pt modelId="{4279B90E-4139-4EC7-A3C2-1D8CB31F84AF}" type="pres">
      <dgm:prSet presAssocID="{C2E40A36-E91B-4B80-A1E4-6FC6E8BC0102}" presName="hierChild2" presStyleCnt="0"/>
      <dgm:spPr/>
    </dgm:pt>
    <dgm:pt modelId="{A994A5AA-4FE3-48CB-9AA9-4232B58FDA52}" type="pres">
      <dgm:prSet presAssocID="{190591A9-A688-4A6D-B61A-A83BD40922CB}" presName="Name37" presStyleLbl="parChTrans1D2" presStyleIdx="0" presStyleCnt="6"/>
      <dgm:spPr>
        <a:xfrm>
          <a:off x="442080" y="429168"/>
          <a:ext cx="2072519" cy="787899"/>
        </a:xfrm>
        <a:custGeom>
          <a:avLst/>
          <a:gdLst/>
          <a:ahLst/>
          <a:cxnLst/>
          <a:rect l="0" t="0" r="0" b="0"/>
          <a:pathLst>
            <a:path>
              <a:moveTo>
                <a:pt x="2072519" y="0"/>
              </a:moveTo>
              <a:lnTo>
                <a:pt x="2072519" y="697976"/>
              </a:lnTo>
              <a:lnTo>
                <a:pt x="0" y="697976"/>
              </a:lnTo>
              <a:lnTo>
                <a:pt x="0" y="787899"/>
              </a:lnTo>
            </a:path>
          </a:pathLst>
        </a:custGeom>
      </dgm:spPr>
    </dgm:pt>
    <dgm:pt modelId="{A08258D3-D4D2-44E4-AD8E-BA77459A03A8}" type="pres">
      <dgm:prSet presAssocID="{D18D0537-218F-4C0D-AF15-441851EAFBE6}" presName="hierRoot2" presStyleCnt="0">
        <dgm:presLayoutVars>
          <dgm:hierBranch val="init"/>
        </dgm:presLayoutVars>
      </dgm:prSet>
      <dgm:spPr/>
    </dgm:pt>
    <dgm:pt modelId="{D4F2ACFC-35EE-47B1-8853-7F8B84109A3A}" type="pres">
      <dgm:prSet presAssocID="{D18D0537-218F-4C0D-AF15-441851EAFBE6}" presName="rootComposite" presStyleCnt="0"/>
      <dgm:spPr/>
    </dgm:pt>
    <dgm:pt modelId="{B3018B24-17F8-4541-9018-71EDEFAEB40D}" type="pres">
      <dgm:prSet presAssocID="{D18D0537-218F-4C0D-AF15-441851EAFBE6}" presName="rootText" presStyleLbl="node2" presStyleIdx="0" presStyleCnt="5">
        <dgm:presLayoutVars>
          <dgm:chPref val="3"/>
        </dgm:presLayoutVars>
      </dgm:prSet>
      <dgm:spPr>
        <a:prstGeom prst="snip2DiagRect">
          <a:avLst/>
        </a:prstGeom>
      </dgm:spPr>
    </dgm:pt>
    <dgm:pt modelId="{D4F3D411-9406-4F3F-98D3-BE4BC18C43A9}" type="pres">
      <dgm:prSet presAssocID="{D18D0537-218F-4C0D-AF15-441851EAFBE6}" presName="rootConnector" presStyleLbl="node2" presStyleIdx="0" presStyleCnt="5"/>
      <dgm:spPr/>
    </dgm:pt>
    <dgm:pt modelId="{46D2955D-FE88-4234-A992-AE9CDF64C89B}" type="pres">
      <dgm:prSet presAssocID="{D18D0537-218F-4C0D-AF15-441851EAFBE6}" presName="hierChild4" presStyleCnt="0"/>
      <dgm:spPr/>
    </dgm:pt>
    <dgm:pt modelId="{2C8880E4-74DB-4849-9EB0-CDBE895442F4}" type="pres">
      <dgm:prSet presAssocID="{D18D0537-218F-4C0D-AF15-441851EAFBE6}" presName="hierChild5" presStyleCnt="0"/>
      <dgm:spPr/>
    </dgm:pt>
    <dgm:pt modelId="{E40F28BF-A411-4D16-9BD8-243B202AE4E2}" type="pres">
      <dgm:prSet presAssocID="{0101C9A1-53A1-4401-BD43-C357E817F15F}" presName="Name37" presStyleLbl="parChTrans1D2" presStyleIdx="1" presStyleCnt="6"/>
      <dgm:spPr>
        <a:xfrm>
          <a:off x="1478340" y="429168"/>
          <a:ext cx="1036259" cy="788861"/>
        </a:xfrm>
        <a:custGeom>
          <a:avLst/>
          <a:gdLst/>
          <a:ahLst/>
          <a:cxnLst/>
          <a:rect l="0" t="0" r="0" b="0"/>
          <a:pathLst>
            <a:path>
              <a:moveTo>
                <a:pt x="1036259" y="0"/>
              </a:moveTo>
              <a:lnTo>
                <a:pt x="1036259" y="698938"/>
              </a:lnTo>
              <a:lnTo>
                <a:pt x="0" y="698938"/>
              </a:lnTo>
              <a:lnTo>
                <a:pt x="0" y="788861"/>
              </a:lnTo>
            </a:path>
          </a:pathLst>
        </a:custGeom>
      </dgm:spPr>
    </dgm:pt>
    <dgm:pt modelId="{B7F372CE-9BCE-4FDB-A5CA-E74DF4FFA723}" type="pres">
      <dgm:prSet presAssocID="{C3AE2742-9023-4E66-8008-602AE9A785D2}" presName="hierRoot2" presStyleCnt="0">
        <dgm:presLayoutVars>
          <dgm:hierBranch val="init"/>
        </dgm:presLayoutVars>
      </dgm:prSet>
      <dgm:spPr/>
    </dgm:pt>
    <dgm:pt modelId="{0116A38C-4ADE-4BDB-92EA-381B92267CE3}" type="pres">
      <dgm:prSet presAssocID="{C3AE2742-9023-4E66-8008-602AE9A785D2}" presName="rootComposite" presStyleCnt="0"/>
      <dgm:spPr/>
    </dgm:pt>
    <dgm:pt modelId="{101545C9-5914-4E06-AC5E-AE6836250D46}" type="pres">
      <dgm:prSet presAssocID="{C3AE2742-9023-4E66-8008-602AE9A785D2}" presName="rootText" presStyleLbl="node2" presStyleIdx="1" presStyleCnt="5" custLinFactNeighborY="1337">
        <dgm:presLayoutVars>
          <dgm:chPref val="3"/>
        </dgm:presLayoutVars>
      </dgm:prSet>
      <dgm:spPr>
        <a:prstGeom prst="snip2DiagRect">
          <a:avLst/>
        </a:prstGeom>
      </dgm:spPr>
    </dgm:pt>
    <dgm:pt modelId="{8F8DD47F-68BD-4972-B5DB-FEF64BE7EA51}" type="pres">
      <dgm:prSet presAssocID="{C3AE2742-9023-4E66-8008-602AE9A785D2}" presName="rootConnector" presStyleLbl="node2" presStyleIdx="1" presStyleCnt="5"/>
      <dgm:spPr/>
    </dgm:pt>
    <dgm:pt modelId="{53FDBD54-A107-4448-9C16-1703D0E48E59}" type="pres">
      <dgm:prSet presAssocID="{C3AE2742-9023-4E66-8008-602AE9A785D2}" presName="hierChild4" presStyleCnt="0"/>
      <dgm:spPr/>
    </dgm:pt>
    <dgm:pt modelId="{F2D3037C-745F-462B-A34C-A0E3B8F00CDA}" type="pres">
      <dgm:prSet presAssocID="{C3AE2742-9023-4E66-8008-602AE9A785D2}" presName="hierChild5" presStyleCnt="0"/>
      <dgm:spPr/>
    </dgm:pt>
    <dgm:pt modelId="{204F8FC0-1696-4BC7-BA72-8496680D5F7D}" type="pres">
      <dgm:prSet presAssocID="{FE9E831A-8A6F-4B78-ADB7-AED623BCA7F0}" presName="Name37" presStyleLbl="parChTrans1D2" presStyleIdx="2" presStyleCnt="6"/>
      <dgm:spPr>
        <a:xfrm>
          <a:off x="2468880" y="429168"/>
          <a:ext cx="91440" cy="7878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87899"/>
              </a:lnTo>
            </a:path>
          </a:pathLst>
        </a:custGeom>
      </dgm:spPr>
    </dgm:pt>
    <dgm:pt modelId="{0827D918-F2EA-4472-85C3-2B88A06159B1}" type="pres">
      <dgm:prSet presAssocID="{A57C36F6-80DB-4145-B53B-C131BB106539}" presName="hierRoot2" presStyleCnt="0">
        <dgm:presLayoutVars>
          <dgm:hierBranch val="init"/>
        </dgm:presLayoutVars>
      </dgm:prSet>
      <dgm:spPr/>
    </dgm:pt>
    <dgm:pt modelId="{B2A128B1-D1A9-479F-84A6-29AB31E532CB}" type="pres">
      <dgm:prSet presAssocID="{A57C36F6-80DB-4145-B53B-C131BB106539}" presName="rootComposite" presStyleCnt="0"/>
      <dgm:spPr/>
    </dgm:pt>
    <dgm:pt modelId="{95331AE1-0BD3-4BFD-A1FB-B386520D03C7}" type="pres">
      <dgm:prSet presAssocID="{A57C36F6-80DB-4145-B53B-C131BB106539}" presName="rootText" presStyleLbl="node2" presStyleIdx="2" presStyleCnt="5">
        <dgm:presLayoutVars>
          <dgm:chPref val="3"/>
        </dgm:presLayoutVars>
      </dgm:prSet>
      <dgm:spPr>
        <a:prstGeom prst="snip2DiagRect">
          <a:avLst/>
        </a:prstGeom>
      </dgm:spPr>
    </dgm:pt>
    <dgm:pt modelId="{7837CC67-AC10-477F-880A-F88FDDCE493E}" type="pres">
      <dgm:prSet presAssocID="{A57C36F6-80DB-4145-B53B-C131BB106539}" presName="rootConnector" presStyleLbl="node2" presStyleIdx="2" presStyleCnt="5"/>
      <dgm:spPr/>
    </dgm:pt>
    <dgm:pt modelId="{10060AB7-7FF3-45CD-9313-FE862485829A}" type="pres">
      <dgm:prSet presAssocID="{A57C36F6-80DB-4145-B53B-C131BB106539}" presName="hierChild4" presStyleCnt="0"/>
      <dgm:spPr/>
    </dgm:pt>
    <dgm:pt modelId="{F142219E-87E6-4794-BCEB-302C7A11B98B}" type="pres">
      <dgm:prSet presAssocID="{A57C36F6-80DB-4145-B53B-C131BB106539}" presName="hierChild5" presStyleCnt="0"/>
      <dgm:spPr/>
    </dgm:pt>
    <dgm:pt modelId="{845747DF-BB74-4706-9913-D7223DDD8D2F}" type="pres">
      <dgm:prSet presAssocID="{64C84D48-C8DA-4E68-9105-9E9B260FE449}" presName="Name37" presStyleLbl="parChTrans1D2" presStyleIdx="3" presStyleCnt="6"/>
      <dgm:spPr>
        <a:xfrm>
          <a:off x="2514599" y="429168"/>
          <a:ext cx="1036259" cy="7878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7976"/>
              </a:lnTo>
              <a:lnTo>
                <a:pt x="1036259" y="697976"/>
              </a:lnTo>
              <a:lnTo>
                <a:pt x="1036259" y="787899"/>
              </a:lnTo>
            </a:path>
          </a:pathLst>
        </a:custGeom>
      </dgm:spPr>
    </dgm:pt>
    <dgm:pt modelId="{24A4827A-FAD9-4162-BC79-AB4DC89FAE12}" type="pres">
      <dgm:prSet presAssocID="{66415A66-2A8A-43F3-9700-EFBF2BE96FC7}" presName="hierRoot2" presStyleCnt="0">
        <dgm:presLayoutVars>
          <dgm:hierBranch val="init"/>
        </dgm:presLayoutVars>
      </dgm:prSet>
      <dgm:spPr/>
    </dgm:pt>
    <dgm:pt modelId="{7A37680B-D851-4BAF-BF34-AAEBF25F2148}" type="pres">
      <dgm:prSet presAssocID="{66415A66-2A8A-43F3-9700-EFBF2BE96FC7}" presName="rootComposite" presStyleCnt="0"/>
      <dgm:spPr/>
    </dgm:pt>
    <dgm:pt modelId="{2FC66954-1592-45A6-99DE-F0258345AEC1}" type="pres">
      <dgm:prSet presAssocID="{66415A66-2A8A-43F3-9700-EFBF2BE96FC7}" presName="rootText" presStyleLbl="node2" presStyleIdx="3" presStyleCnt="5">
        <dgm:presLayoutVars>
          <dgm:chPref val="3"/>
        </dgm:presLayoutVars>
      </dgm:prSet>
      <dgm:spPr>
        <a:prstGeom prst="snip2DiagRect">
          <a:avLst/>
        </a:prstGeom>
      </dgm:spPr>
    </dgm:pt>
    <dgm:pt modelId="{93B9FC93-36C2-4DDD-ADB1-0EF3157DA033}" type="pres">
      <dgm:prSet presAssocID="{66415A66-2A8A-43F3-9700-EFBF2BE96FC7}" presName="rootConnector" presStyleLbl="node2" presStyleIdx="3" presStyleCnt="5"/>
      <dgm:spPr/>
    </dgm:pt>
    <dgm:pt modelId="{9E8BD3BA-AE76-45DB-8F3A-2D22C1E5AE72}" type="pres">
      <dgm:prSet presAssocID="{66415A66-2A8A-43F3-9700-EFBF2BE96FC7}" presName="hierChild4" presStyleCnt="0"/>
      <dgm:spPr/>
    </dgm:pt>
    <dgm:pt modelId="{B810E0D2-807B-4ED8-9295-07EB80CE496D}" type="pres">
      <dgm:prSet presAssocID="{66415A66-2A8A-43F3-9700-EFBF2BE96FC7}" presName="hierChild5" presStyleCnt="0"/>
      <dgm:spPr/>
    </dgm:pt>
    <dgm:pt modelId="{20191FE7-556B-487E-A00A-88A094DC7DC1}" type="pres">
      <dgm:prSet presAssocID="{3E55A5D7-C344-41BC-9F55-8F10DC9706CC}" presName="Name37" presStyleLbl="parChTrans1D2" presStyleIdx="4" presStyleCnt="6"/>
      <dgm:spPr/>
    </dgm:pt>
    <dgm:pt modelId="{4E753FC5-97DD-4D8F-A49C-761539F12215}" type="pres">
      <dgm:prSet presAssocID="{D76A60B1-209E-426C-8365-CD6A45D47BCA}" presName="hierRoot2" presStyleCnt="0">
        <dgm:presLayoutVars>
          <dgm:hierBranch val="init"/>
        </dgm:presLayoutVars>
      </dgm:prSet>
      <dgm:spPr/>
    </dgm:pt>
    <dgm:pt modelId="{A7F7FDC4-0702-44C6-96E2-B8340F5394B9}" type="pres">
      <dgm:prSet presAssocID="{D76A60B1-209E-426C-8365-CD6A45D47BCA}" presName="rootComposite" presStyleCnt="0"/>
      <dgm:spPr/>
    </dgm:pt>
    <dgm:pt modelId="{EC3814BC-CC28-44F8-BB4A-C5B32F57FDB5}" type="pres">
      <dgm:prSet presAssocID="{D76A60B1-209E-426C-8365-CD6A45D47BCA}" presName="rootText" presStyleLbl="node2" presStyleIdx="4" presStyleCnt="5">
        <dgm:presLayoutVars>
          <dgm:chPref val="3"/>
        </dgm:presLayoutVars>
      </dgm:prSet>
      <dgm:spPr>
        <a:prstGeom prst="snip2DiagRect">
          <a:avLst/>
        </a:prstGeom>
      </dgm:spPr>
    </dgm:pt>
    <dgm:pt modelId="{66648893-7B88-4BF2-8AE3-999A978407FA}" type="pres">
      <dgm:prSet presAssocID="{D76A60B1-209E-426C-8365-CD6A45D47BCA}" presName="rootConnector" presStyleLbl="node2" presStyleIdx="4" presStyleCnt="5"/>
      <dgm:spPr/>
    </dgm:pt>
    <dgm:pt modelId="{AC97FC24-F906-4E5F-A4BE-850C42CFAD76}" type="pres">
      <dgm:prSet presAssocID="{D76A60B1-209E-426C-8365-CD6A45D47BCA}" presName="hierChild4" presStyleCnt="0"/>
      <dgm:spPr/>
    </dgm:pt>
    <dgm:pt modelId="{447E9E8D-D2F8-4C9E-B4B8-DAF559CB18B9}" type="pres">
      <dgm:prSet presAssocID="{D76A60B1-209E-426C-8365-CD6A45D47BCA}" presName="hierChild5" presStyleCnt="0"/>
      <dgm:spPr/>
    </dgm:pt>
    <dgm:pt modelId="{FCA8E918-7A06-4B92-B73A-1091E8E0107A}" type="pres">
      <dgm:prSet presAssocID="{C2E40A36-E91B-4B80-A1E4-6FC6E8BC0102}" presName="hierChild3" presStyleCnt="0"/>
      <dgm:spPr/>
    </dgm:pt>
    <dgm:pt modelId="{BDB50274-0599-40E4-98BE-0AF0A05C44EA}" type="pres">
      <dgm:prSet presAssocID="{8C104A61-B688-47A2-A7BC-E603680AE7DF}" presName="Name111" presStyleLbl="parChTrans1D2" presStyleIdx="5" presStyleCnt="6"/>
      <dgm:spPr>
        <a:xfrm>
          <a:off x="1914143" y="429168"/>
          <a:ext cx="600456" cy="393949"/>
        </a:xfrm>
        <a:custGeom>
          <a:avLst/>
          <a:gdLst/>
          <a:ahLst/>
          <a:cxnLst/>
          <a:rect l="0" t="0" r="0" b="0"/>
          <a:pathLst>
            <a:path>
              <a:moveTo>
                <a:pt x="600456" y="0"/>
              </a:moveTo>
              <a:lnTo>
                <a:pt x="600456" y="393949"/>
              </a:lnTo>
              <a:lnTo>
                <a:pt x="0" y="393949"/>
              </a:lnTo>
            </a:path>
          </a:pathLst>
        </a:custGeom>
      </dgm:spPr>
    </dgm:pt>
    <dgm:pt modelId="{B03B0E60-DFE6-4DC4-9FE3-63F602323AFE}" type="pres">
      <dgm:prSet presAssocID="{E0A06395-5332-413A-B09B-1529A4F43F93}" presName="hierRoot3" presStyleCnt="0">
        <dgm:presLayoutVars>
          <dgm:hierBranch val="init"/>
        </dgm:presLayoutVars>
      </dgm:prSet>
      <dgm:spPr/>
    </dgm:pt>
    <dgm:pt modelId="{2B50DEB5-1861-4E75-91E0-F17D0594E726}" type="pres">
      <dgm:prSet presAssocID="{E0A06395-5332-413A-B09B-1529A4F43F93}" presName="rootComposite3" presStyleCnt="0"/>
      <dgm:spPr/>
    </dgm:pt>
    <dgm:pt modelId="{4988DDCF-20EB-46F0-95DB-F28101C505E4}" type="pres">
      <dgm:prSet presAssocID="{E0A06395-5332-413A-B09B-1529A4F43F93}" presName="rootText3" presStyleLbl="asst1" presStyleIdx="0" presStyleCnt="1" custLinFactNeighborX="-59613">
        <dgm:presLayoutVars>
          <dgm:chPref val="3"/>
        </dgm:presLayoutVars>
      </dgm:prSet>
      <dgm:spPr>
        <a:prstGeom prst="snip2DiagRect">
          <a:avLst/>
        </a:prstGeom>
      </dgm:spPr>
    </dgm:pt>
    <dgm:pt modelId="{51247EEB-83AC-4233-9EEB-751DCD82251E}" type="pres">
      <dgm:prSet presAssocID="{E0A06395-5332-413A-B09B-1529A4F43F93}" presName="rootConnector3" presStyleLbl="asst1" presStyleIdx="0" presStyleCnt="1"/>
      <dgm:spPr/>
    </dgm:pt>
    <dgm:pt modelId="{40403E86-5A8A-4C9D-9FBB-667D61910890}" type="pres">
      <dgm:prSet presAssocID="{E0A06395-5332-413A-B09B-1529A4F43F93}" presName="hierChild6" presStyleCnt="0"/>
      <dgm:spPr/>
    </dgm:pt>
    <dgm:pt modelId="{0B63E7AC-C7F1-48EE-8ADE-DEC63BDC22F5}" type="pres">
      <dgm:prSet presAssocID="{E0A06395-5332-413A-B09B-1529A4F43F93}" presName="hierChild7" presStyleCnt="0"/>
      <dgm:spPr/>
    </dgm:pt>
  </dgm:ptLst>
  <dgm:cxnLst>
    <dgm:cxn modelId="{BC870403-7E06-4BE1-944F-C114528A418B}" type="presOf" srcId="{C2E40A36-E91B-4B80-A1E4-6FC6E8BC0102}" destId="{FC1CB4ED-DEAC-412A-A4E2-93D2DF1C88EB}" srcOrd="1" destOrd="0" presId="urn:microsoft.com/office/officeart/2005/8/layout/orgChart1"/>
    <dgm:cxn modelId="{0561B70A-5A35-45AF-A02F-7C2D09F9AC31}" srcId="{C2E40A36-E91B-4B80-A1E4-6FC6E8BC0102}" destId="{D18D0537-218F-4C0D-AF15-441851EAFBE6}" srcOrd="1" destOrd="0" parTransId="{190591A9-A688-4A6D-B61A-A83BD40922CB}" sibTransId="{BD531F40-A84E-48B2-95B5-7C7021DE391A}"/>
    <dgm:cxn modelId="{7BE1101E-ECCC-43D3-82C7-E1B17E8D6422}" type="presOf" srcId="{FE9E831A-8A6F-4B78-ADB7-AED623BCA7F0}" destId="{204F8FC0-1696-4BC7-BA72-8496680D5F7D}" srcOrd="0" destOrd="0" presId="urn:microsoft.com/office/officeart/2005/8/layout/orgChart1"/>
    <dgm:cxn modelId="{90181C2F-2D29-4CB4-9C09-92D389391A94}" type="presOf" srcId="{190591A9-A688-4A6D-B61A-A83BD40922CB}" destId="{A994A5AA-4FE3-48CB-9AA9-4232B58FDA52}" srcOrd="0" destOrd="0" presId="urn:microsoft.com/office/officeart/2005/8/layout/orgChart1"/>
    <dgm:cxn modelId="{532D872F-1BB4-46AF-81E4-15329A757954}" type="presOf" srcId="{E0A06395-5332-413A-B09B-1529A4F43F93}" destId="{4988DDCF-20EB-46F0-95DB-F28101C505E4}" srcOrd="0" destOrd="0" presId="urn:microsoft.com/office/officeart/2005/8/layout/orgChart1"/>
    <dgm:cxn modelId="{A336B637-7FE8-4288-B535-0DDDBD4848A8}" type="presOf" srcId="{D76A60B1-209E-426C-8365-CD6A45D47BCA}" destId="{EC3814BC-CC28-44F8-BB4A-C5B32F57FDB5}" srcOrd="0" destOrd="0" presId="urn:microsoft.com/office/officeart/2005/8/layout/orgChart1"/>
    <dgm:cxn modelId="{EFEF023A-0C4D-40FF-AB50-CCAD4B5FB502}" type="presOf" srcId="{D18D0537-218F-4C0D-AF15-441851EAFBE6}" destId="{B3018B24-17F8-4541-9018-71EDEFAEB40D}" srcOrd="0" destOrd="0" presId="urn:microsoft.com/office/officeart/2005/8/layout/orgChart1"/>
    <dgm:cxn modelId="{0F34C863-E57A-4D30-BF2A-578D9E36BA5F}" srcId="{C2E40A36-E91B-4B80-A1E4-6FC6E8BC0102}" destId="{66415A66-2A8A-43F3-9700-EFBF2BE96FC7}" srcOrd="4" destOrd="0" parTransId="{64C84D48-C8DA-4E68-9105-9E9B260FE449}" sibTransId="{A273AAC4-9C32-44FD-BDC7-20539C0957F8}"/>
    <dgm:cxn modelId="{B3782068-8FB9-40CF-BBEA-35C05E9456FD}" type="presOf" srcId="{D18D0537-218F-4C0D-AF15-441851EAFBE6}" destId="{D4F3D411-9406-4F3F-98D3-BE4BC18C43A9}" srcOrd="1" destOrd="0" presId="urn:microsoft.com/office/officeart/2005/8/layout/orgChart1"/>
    <dgm:cxn modelId="{4177FB6A-24D4-4B55-ABEC-DE74236BB5ED}" type="presOf" srcId="{C3AE2742-9023-4E66-8008-602AE9A785D2}" destId="{8F8DD47F-68BD-4972-B5DB-FEF64BE7EA51}" srcOrd="1" destOrd="0" presId="urn:microsoft.com/office/officeart/2005/8/layout/orgChart1"/>
    <dgm:cxn modelId="{49866A4E-1D42-4B6A-8D37-9BAC6035C77F}" srcId="{C2E40A36-E91B-4B80-A1E4-6FC6E8BC0102}" destId="{A57C36F6-80DB-4145-B53B-C131BB106539}" srcOrd="3" destOrd="0" parTransId="{FE9E831A-8A6F-4B78-ADB7-AED623BCA7F0}" sibTransId="{01FC32D1-655C-4B2C-9B99-2569738FEE45}"/>
    <dgm:cxn modelId="{C26F4B6E-414C-4E21-A29D-77619F5E51DA}" type="presOf" srcId="{E0A06395-5332-413A-B09B-1529A4F43F93}" destId="{51247EEB-83AC-4233-9EEB-751DCD82251E}" srcOrd="1" destOrd="0" presId="urn:microsoft.com/office/officeart/2005/8/layout/orgChart1"/>
    <dgm:cxn modelId="{F1AB6589-987C-44DF-9C63-A78FCD6CC69F}" srcId="{19484E24-1F8C-42DB-A0DA-0B2ABB70EA1A}" destId="{C2E40A36-E91B-4B80-A1E4-6FC6E8BC0102}" srcOrd="0" destOrd="0" parTransId="{955A04F6-E07A-44C2-953C-33C1E14EB6A5}" sibTransId="{0C14C268-2230-42D7-BC84-7D6D9A99D813}"/>
    <dgm:cxn modelId="{7B961E8B-3FB7-46BF-A47B-5A6342CF005C}" srcId="{C2E40A36-E91B-4B80-A1E4-6FC6E8BC0102}" destId="{C3AE2742-9023-4E66-8008-602AE9A785D2}" srcOrd="2" destOrd="0" parTransId="{0101C9A1-53A1-4401-BD43-C357E817F15F}" sibTransId="{F0ACFBAC-437C-4A96-A77A-2A2F215EDE80}"/>
    <dgm:cxn modelId="{C33B3F95-C3EF-43AC-9E8B-3EE422807A43}" type="presOf" srcId="{19484E24-1F8C-42DB-A0DA-0B2ABB70EA1A}" destId="{3023909B-0B84-4567-AFE9-C0A2C8A4B83B}" srcOrd="0" destOrd="0" presId="urn:microsoft.com/office/officeart/2005/8/layout/orgChart1"/>
    <dgm:cxn modelId="{C0E1E097-251D-4488-A18D-8CA9010D44AF}" type="presOf" srcId="{D76A60B1-209E-426C-8365-CD6A45D47BCA}" destId="{66648893-7B88-4BF2-8AE3-999A978407FA}" srcOrd="1" destOrd="0" presId="urn:microsoft.com/office/officeart/2005/8/layout/orgChart1"/>
    <dgm:cxn modelId="{40ABA5C9-0DDE-4B5A-A51E-229D57712755}" type="presOf" srcId="{8C104A61-B688-47A2-A7BC-E603680AE7DF}" destId="{BDB50274-0599-40E4-98BE-0AF0A05C44EA}" srcOrd="0" destOrd="0" presId="urn:microsoft.com/office/officeart/2005/8/layout/orgChart1"/>
    <dgm:cxn modelId="{9A9BFFD0-8989-4307-8E1F-A4BE522140AE}" type="presOf" srcId="{0101C9A1-53A1-4401-BD43-C357E817F15F}" destId="{E40F28BF-A411-4D16-9BD8-243B202AE4E2}" srcOrd="0" destOrd="0" presId="urn:microsoft.com/office/officeart/2005/8/layout/orgChart1"/>
    <dgm:cxn modelId="{B72D5ED2-C435-46E1-84BC-64DB06F9910A}" type="presOf" srcId="{64C84D48-C8DA-4E68-9105-9E9B260FE449}" destId="{845747DF-BB74-4706-9913-D7223DDD8D2F}" srcOrd="0" destOrd="0" presId="urn:microsoft.com/office/officeart/2005/8/layout/orgChart1"/>
    <dgm:cxn modelId="{5C24C0D4-1377-460B-98C1-54E61DCCE2E4}" srcId="{C2E40A36-E91B-4B80-A1E4-6FC6E8BC0102}" destId="{E0A06395-5332-413A-B09B-1529A4F43F93}" srcOrd="0" destOrd="0" parTransId="{8C104A61-B688-47A2-A7BC-E603680AE7DF}" sibTransId="{08D3F65E-ECA9-4B15-9513-017268120397}"/>
    <dgm:cxn modelId="{10B7E2E9-DAE3-4C6B-82AD-86292BD3E9D0}" type="presOf" srcId="{66415A66-2A8A-43F3-9700-EFBF2BE96FC7}" destId="{93B9FC93-36C2-4DDD-ADB1-0EF3157DA033}" srcOrd="1" destOrd="0" presId="urn:microsoft.com/office/officeart/2005/8/layout/orgChart1"/>
    <dgm:cxn modelId="{002598F3-B289-453F-A3D2-7792E60A86F4}" type="presOf" srcId="{C3AE2742-9023-4E66-8008-602AE9A785D2}" destId="{101545C9-5914-4E06-AC5E-AE6836250D46}" srcOrd="0" destOrd="0" presId="urn:microsoft.com/office/officeart/2005/8/layout/orgChart1"/>
    <dgm:cxn modelId="{BAE82CF6-BDC8-4398-BC59-C49B75A7EA57}" srcId="{C2E40A36-E91B-4B80-A1E4-6FC6E8BC0102}" destId="{D76A60B1-209E-426C-8365-CD6A45D47BCA}" srcOrd="5" destOrd="0" parTransId="{3E55A5D7-C344-41BC-9F55-8F10DC9706CC}" sibTransId="{96972DDD-6FFF-4F97-B3CB-8E0001957AEF}"/>
    <dgm:cxn modelId="{ADAB6FF7-3C6A-4633-AA52-71045D06854E}" type="presOf" srcId="{3E55A5D7-C344-41BC-9F55-8F10DC9706CC}" destId="{20191FE7-556B-487E-A00A-88A094DC7DC1}" srcOrd="0" destOrd="0" presId="urn:microsoft.com/office/officeart/2005/8/layout/orgChart1"/>
    <dgm:cxn modelId="{EB4D57F7-9BDD-46D1-91C6-5723986615BB}" type="presOf" srcId="{C2E40A36-E91B-4B80-A1E4-6FC6E8BC0102}" destId="{10BA8F7D-B245-4663-B174-E1FF05115052}" srcOrd="0" destOrd="0" presId="urn:microsoft.com/office/officeart/2005/8/layout/orgChart1"/>
    <dgm:cxn modelId="{255855F9-EE77-4BAB-A68D-65B3DA99A621}" type="presOf" srcId="{66415A66-2A8A-43F3-9700-EFBF2BE96FC7}" destId="{2FC66954-1592-45A6-99DE-F0258345AEC1}" srcOrd="0" destOrd="0" presId="urn:microsoft.com/office/officeart/2005/8/layout/orgChart1"/>
    <dgm:cxn modelId="{D8E356FB-B694-4CC2-9A2D-0F5E45CE95E5}" type="presOf" srcId="{A57C36F6-80DB-4145-B53B-C131BB106539}" destId="{7837CC67-AC10-477F-880A-F88FDDCE493E}" srcOrd="1" destOrd="0" presId="urn:microsoft.com/office/officeart/2005/8/layout/orgChart1"/>
    <dgm:cxn modelId="{60BC54FE-E5DB-4350-B469-E18D98558511}" type="presOf" srcId="{A57C36F6-80DB-4145-B53B-C131BB106539}" destId="{95331AE1-0BD3-4BFD-A1FB-B386520D03C7}" srcOrd="0" destOrd="0" presId="urn:microsoft.com/office/officeart/2005/8/layout/orgChart1"/>
    <dgm:cxn modelId="{8D6109C7-28EF-4CDC-A333-40AFD838C603}" type="presParOf" srcId="{3023909B-0B84-4567-AFE9-C0A2C8A4B83B}" destId="{73236A25-D707-4C61-B128-3FC72B337EA2}" srcOrd="0" destOrd="0" presId="urn:microsoft.com/office/officeart/2005/8/layout/orgChart1"/>
    <dgm:cxn modelId="{F2FC61C5-FA43-4C7F-8D79-AE69254A8ECC}" type="presParOf" srcId="{73236A25-D707-4C61-B128-3FC72B337EA2}" destId="{9C2C815C-FB64-43C1-8546-786702854745}" srcOrd="0" destOrd="0" presId="urn:microsoft.com/office/officeart/2005/8/layout/orgChart1"/>
    <dgm:cxn modelId="{CDBD0F8C-2D1E-459E-85FF-E8BE468B8F95}" type="presParOf" srcId="{9C2C815C-FB64-43C1-8546-786702854745}" destId="{10BA8F7D-B245-4663-B174-E1FF05115052}" srcOrd="0" destOrd="0" presId="urn:microsoft.com/office/officeart/2005/8/layout/orgChart1"/>
    <dgm:cxn modelId="{752734F2-11A8-42D7-8DDE-C7E29E7EE671}" type="presParOf" srcId="{9C2C815C-FB64-43C1-8546-786702854745}" destId="{FC1CB4ED-DEAC-412A-A4E2-93D2DF1C88EB}" srcOrd="1" destOrd="0" presId="urn:microsoft.com/office/officeart/2005/8/layout/orgChart1"/>
    <dgm:cxn modelId="{7A1C2C8A-C0CF-45F9-A74D-EFF289B4E189}" type="presParOf" srcId="{73236A25-D707-4C61-B128-3FC72B337EA2}" destId="{4279B90E-4139-4EC7-A3C2-1D8CB31F84AF}" srcOrd="1" destOrd="0" presId="urn:microsoft.com/office/officeart/2005/8/layout/orgChart1"/>
    <dgm:cxn modelId="{AC5F6915-7E99-4FE5-92EF-858C98679C95}" type="presParOf" srcId="{4279B90E-4139-4EC7-A3C2-1D8CB31F84AF}" destId="{A994A5AA-4FE3-48CB-9AA9-4232B58FDA52}" srcOrd="0" destOrd="0" presId="urn:microsoft.com/office/officeart/2005/8/layout/orgChart1"/>
    <dgm:cxn modelId="{7CCD4D57-4A2A-41AA-AE8F-4869DD9B1AC7}" type="presParOf" srcId="{4279B90E-4139-4EC7-A3C2-1D8CB31F84AF}" destId="{A08258D3-D4D2-44E4-AD8E-BA77459A03A8}" srcOrd="1" destOrd="0" presId="urn:microsoft.com/office/officeart/2005/8/layout/orgChart1"/>
    <dgm:cxn modelId="{7FFEC197-B249-49D2-AF4A-D2543EA8D974}" type="presParOf" srcId="{A08258D3-D4D2-44E4-AD8E-BA77459A03A8}" destId="{D4F2ACFC-35EE-47B1-8853-7F8B84109A3A}" srcOrd="0" destOrd="0" presId="urn:microsoft.com/office/officeart/2005/8/layout/orgChart1"/>
    <dgm:cxn modelId="{813F07B6-BDE6-4DF4-B1FD-E548794EA0FE}" type="presParOf" srcId="{D4F2ACFC-35EE-47B1-8853-7F8B84109A3A}" destId="{B3018B24-17F8-4541-9018-71EDEFAEB40D}" srcOrd="0" destOrd="0" presId="urn:microsoft.com/office/officeart/2005/8/layout/orgChart1"/>
    <dgm:cxn modelId="{1D42AE68-0870-4CB5-A204-A484335B0E0A}" type="presParOf" srcId="{D4F2ACFC-35EE-47B1-8853-7F8B84109A3A}" destId="{D4F3D411-9406-4F3F-98D3-BE4BC18C43A9}" srcOrd="1" destOrd="0" presId="urn:microsoft.com/office/officeart/2005/8/layout/orgChart1"/>
    <dgm:cxn modelId="{80D06BE0-0EE2-4316-BAB7-D42F8116BFF7}" type="presParOf" srcId="{A08258D3-D4D2-44E4-AD8E-BA77459A03A8}" destId="{46D2955D-FE88-4234-A992-AE9CDF64C89B}" srcOrd="1" destOrd="0" presId="urn:microsoft.com/office/officeart/2005/8/layout/orgChart1"/>
    <dgm:cxn modelId="{E65C06EB-C67D-4DAF-932C-EAA65E37C157}" type="presParOf" srcId="{A08258D3-D4D2-44E4-AD8E-BA77459A03A8}" destId="{2C8880E4-74DB-4849-9EB0-CDBE895442F4}" srcOrd="2" destOrd="0" presId="urn:microsoft.com/office/officeart/2005/8/layout/orgChart1"/>
    <dgm:cxn modelId="{0DE27F5D-BA2C-43D5-8E8F-D9BB7C99161B}" type="presParOf" srcId="{4279B90E-4139-4EC7-A3C2-1D8CB31F84AF}" destId="{E40F28BF-A411-4D16-9BD8-243B202AE4E2}" srcOrd="2" destOrd="0" presId="urn:microsoft.com/office/officeart/2005/8/layout/orgChart1"/>
    <dgm:cxn modelId="{2D15AEC0-DAD4-4DDB-ACB1-52BD80808573}" type="presParOf" srcId="{4279B90E-4139-4EC7-A3C2-1D8CB31F84AF}" destId="{B7F372CE-9BCE-4FDB-A5CA-E74DF4FFA723}" srcOrd="3" destOrd="0" presId="urn:microsoft.com/office/officeart/2005/8/layout/orgChart1"/>
    <dgm:cxn modelId="{BADF5F37-1420-4D30-B71F-F8E7FBFFA5DF}" type="presParOf" srcId="{B7F372CE-9BCE-4FDB-A5CA-E74DF4FFA723}" destId="{0116A38C-4ADE-4BDB-92EA-381B92267CE3}" srcOrd="0" destOrd="0" presId="urn:microsoft.com/office/officeart/2005/8/layout/orgChart1"/>
    <dgm:cxn modelId="{0C16F89D-D1E2-4BB1-B3A1-914BEC93B0FB}" type="presParOf" srcId="{0116A38C-4ADE-4BDB-92EA-381B92267CE3}" destId="{101545C9-5914-4E06-AC5E-AE6836250D46}" srcOrd="0" destOrd="0" presId="urn:microsoft.com/office/officeart/2005/8/layout/orgChart1"/>
    <dgm:cxn modelId="{19C38FB4-52AA-4337-BB98-7EE8694CFF22}" type="presParOf" srcId="{0116A38C-4ADE-4BDB-92EA-381B92267CE3}" destId="{8F8DD47F-68BD-4972-B5DB-FEF64BE7EA51}" srcOrd="1" destOrd="0" presId="urn:microsoft.com/office/officeart/2005/8/layout/orgChart1"/>
    <dgm:cxn modelId="{94821D61-26DF-4B0F-A4F4-553518679D0A}" type="presParOf" srcId="{B7F372CE-9BCE-4FDB-A5CA-E74DF4FFA723}" destId="{53FDBD54-A107-4448-9C16-1703D0E48E59}" srcOrd="1" destOrd="0" presId="urn:microsoft.com/office/officeart/2005/8/layout/orgChart1"/>
    <dgm:cxn modelId="{81A671AA-E5CF-443C-A865-0E01C044F497}" type="presParOf" srcId="{B7F372CE-9BCE-4FDB-A5CA-E74DF4FFA723}" destId="{F2D3037C-745F-462B-A34C-A0E3B8F00CDA}" srcOrd="2" destOrd="0" presId="urn:microsoft.com/office/officeart/2005/8/layout/orgChart1"/>
    <dgm:cxn modelId="{2CDF5DCE-C5FF-423C-B9EB-8EE1239F2E24}" type="presParOf" srcId="{4279B90E-4139-4EC7-A3C2-1D8CB31F84AF}" destId="{204F8FC0-1696-4BC7-BA72-8496680D5F7D}" srcOrd="4" destOrd="0" presId="urn:microsoft.com/office/officeart/2005/8/layout/orgChart1"/>
    <dgm:cxn modelId="{0554959E-049D-4D7B-860D-F18E50322FDC}" type="presParOf" srcId="{4279B90E-4139-4EC7-A3C2-1D8CB31F84AF}" destId="{0827D918-F2EA-4472-85C3-2B88A06159B1}" srcOrd="5" destOrd="0" presId="urn:microsoft.com/office/officeart/2005/8/layout/orgChart1"/>
    <dgm:cxn modelId="{39BFAADB-C63D-47A7-8DEA-9392A5313112}" type="presParOf" srcId="{0827D918-F2EA-4472-85C3-2B88A06159B1}" destId="{B2A128B1-D1A9-479F-84A6-29AB31E532CB}" srcOrd="0" destOrd="0" presId="urn:microsoft.com/office/officeart/2005/8/layout/orgChart1"/>
    <dgm:cxn modelId="{DC8826E4-352F-4346-9066-9FFA0D0DEBC9}" type="presParOf" srcId="{B2A128B1-D1A9-479F-84A6-29AB31E532CB}" destId="{95331AE1-0BD3-4BFD-A1FB-B386520D03C7}" srcOrd="0" destOrd="0" presId="urn:microsoft.com/office/officeart/2005/8/layout/orgChart1"/>
    <dgm:cxn modelId="{94A7D90F-9AB8-445F-9C4B-8BEDB167CD9C}" type="presParOf" srcId="{B2A128B1-D1A9-479F-84A6-29AB31E532CB}" destId="{7837CC67-AC10-477F-880A-F88FDDCE493E}" srcOrd="1" destOrd="0" presId="urn:microsoft.com/office/officeart/2005/8/layout/orgChart1"/>
    <dgm:cxn modelId="{9546A126-1B04-40F8-9DA4-F60A1F552881}" type="presParOf" srcId="{0827D918-F2EA-4472-85C3-2B88A06159B1}" destId="{10060AB7-7FF3-45CD-9313-FE862485829A}" srcOrd="1" destOrd="0" presId="urn:microsoft.com/office/officeart/2005/8/layout/orgChart1"/>
    <dgm:cxn modelId="{48CC6BF1-2538-4829-A9A6-D3D28A5D3907}" type="presParOf" srcId="{0827D918-F2EA-4472-85C3-2B88A06159B1}" destId="{F142219E-87E6-4794-BCEB-302C7A11B98B}" srcOrd="2" destOrd="0" presId="urn:microsoft.com/office/officeart/2005/8/layout/orgChart1"/>
    <dgm:cxn modelId="{56735249-38ED-4C74-9048-744F041FAE41}" type="presParOf" srcId="{4279B90E-4139-4EC7-A3C2-1D8CB31F84AF}" destId="{845747DF-BB74-4706-9913-D7223DDD8D2F}" srcOrd="6" destOrd="0" presId="urn:microsoft.com/office/officeart/2005/8/layout/orgChart1"/>
    <dgm:cxn modelId="{812570C3-269B-46CA-A782-F7009943ECF6}" type="presParOf" srcId="{4279B90E-4139-4EC7-A3C2-1D8CB31F84AF}" destId="{24A4827A-FAD9-4162-BC79-AB4DC89FAE12}" srcOrd="7" destOrd="0" presId="urn:microsoft.com/office/officeart/2005/8/layout/orgChart1"/>
    <dgm:cxn modelId="{673202F1-A899-4044-A68D-2F38A8E0C2BC}" type="presParOf" srcId="{24A4827A-FAD9-4162-BC79-AB4DC89FAE12}" destId="{7A37680B-D851-4BAF-BF34-AAEBF25F2148}" srcOrd="0" destOrd="0" presId="urn:microsoft.com/office/officeart/2005/8/layout/orgChart1"/>
    <dgm:cxn modelId="{790F76E6-BA23-4821-A5B7-FF9493B0E69B}" type="presParOf" srcId="{7A37680B-D851-4BAF-BF34-AAEBF25F2148}" destId="{2FC66954-1592-45A6-99DE-F0258345AEC1}" srcOrd="0" destOrd="0" presId="urn:microsoft.com/office/officeart/2005/8/layout/orgChart1"/>
    <dgm:cxn modelId="{24C9AC60-F36F-4B57-96FB-20D073FCA1B3}" type="presParOf" srcId="{7A37680B-D851-4BAF-BF34-AAEBF25F2148}" destId="{93B9FC93-36C2-4DDD-ADB1-0EF3157DA033}" srcOrd="1" destOrd="0" presId="urn:microsoft.com/office/officeart/2005/8/layout/orgChart1"/>
    <dgm:cxn modelId="{7CE8360F-08E6-4FF3-86EA-FEFB0894320A}" type="presParOf" srcId="{24A4827A-FAD9-4162-BC79-AB4DC89FAE12}" destId="{9E8BD3BA-AE76-45DB-8F3A-2D22C1E5AE72}" srcOrd="1" destOrd="0" presId="urn:microsoft.com/office/officeart/2005/8/layout/orgChart1"/>
    <dgm:cxn modelId="{FD8D677E-0954-4DD3-A756-726F2802A4A4}" type="presParOf" srcId="{24A4827A-FAD9-4162-BC79-AB4DC89FAE12}" destId="{B810E0D2-807B-4ED8-9295-07EB80CE496D}" srcOrd="2" destOrd="0" presId="urn:microsoft.com/office/officeart/2005/8/layout/orgChart1"/>
    <dgm:cxn modelId="{4153B018-FC86-4F3E-8984-744559E0ACDD}" type="presParOf" srcId="{4279B90E-4139-4EC7-A3C2-1D8CB31F84AF}" destId="{20191FE7-556B-487E-A00A-88A094DC7DC1}" srcOrd="8" destOrd="0" presId="urn:microsoft.com/office/officeart/2005/8/layout/orgChart1"/>
    <dgm:cxn modelId="{7C45A20B-3517-472F-9587-E543E582D3C2}" type="presParOf" srcId="{4279B90E-4139-4EC7-A3C2-1D8CB31F84AF}" destId="{4E753FC5-97DD-4D8F-A49C-761539F12215}" srcOrd="9" destOrd="0" presId="urn:microsoft.com/office/officeart/2005/8/layout/orgChart1"/>
    <dgm:cxn modelId="{C59BB1D2-B857-4360-827F-9E2A3D399EE4}" type="presParOf" srcId="{4E753FC5-97DD-4D8F-A49C-761539F12215}" destId="{A7F7FDC4-0702-44C6-96E2-B8340F5394B9}" srcOrd="0" destOrd="0" presId="urn:microsoft.com/office/officeart/2005/8/layout/orgChart1"/>
    <dgm:cxn modelId="{5E1949E5-5AD4-4441-9BD1-BD0BDBADCB5D}" type="presParOf" srcId="{A7F7FDC4-0702-44C6-96E2-B8340F5394B9}" destId="{EC3814BC-CC28-44F8-BB4A-C5B32F57FDB5}" srcOrd="0" destOrd="0" presId="urn:microsoft.com/office/officeart/2005/8/layout/orgChart1"/>
    <dgm:cxn modelId="{3D8A1022-DD19-41CB-A9BE-410096541BEE}" type="presParOf" srcId="{A7F7FDC4-0702-44C6-96E2-B8340F5394B9}" destId="{66648893-7B88-4BF2-8AE3-999A978407FA}" srcOrd="1" destOrd="0" presId="urn:microsoft.com/office/officeart/2005/8/layout/orgChart1"/>
    <dgm:cxn modelId="{E48A92B7-4CD1-4FB3-B264-02B7378E8651}" type="presParOf" srcId="{4E753FC5-97DD-4D8F-A49C-761539F12215}" destId="{AC97FC24-F906-4E5F-A4BE-850C42CFAD76}" srcOrd="1" destOrd="0" presId="urn:microsoft.com/office/officeart/2005/8/layout/orgChart1"/>
    <dgm:cxn modelId="{B918ACE6-E8EA-48D8-A3A2-E82BB9014EF3}" type="presParOf" srcId="{4E753FC5-97DD-4D8F-A49C-761539F12215}" destId="{447E9E8D-D2F8-4C9E-B4B8-DAF559CB18B9}" srcOrd="2" destOrd="0" presId="urn:microsoft.com/office/officeart/2005/8/layout/orgChart1"/>
    <dgm:cxn modelId="{41C27407-90F2-4D46-9014-005E41EE4426}" type="presParOf" srcId="{73236A25-D707-4C61-B128-3FC72B337EA2}" destId="{FCA8E918-7A06-4B92-B73A-1091E8E0107A}" srcOrd="2" destOrd="0" presId="urn:microsoft.com/office/officeart/2005/8/layout/orgChart1"/>
    <dgm:cxn modelId="{A145E977-1923-4B3A-91B5-AAE61AE34A25}" type="presParOf" srcId="{FCA8E918-7A06-4B92-B73A-1091E8E0107A}" destId="{BDB50274-0599-40E4-98BE-0AF0A05C44EA}" srcOrd="0" destOrd="0" presId="urn:microsoft.com/office/officeart/2005/8/layout/orgChart1"/>
    <dgm:cxn modelId="{3F487E98-149C-455A-A3B5-0E06C04586CC}" type="presParOf" srcId="{FCA8E918-7A06-4B92-B73A-1091E8E0107A}" destId="{B03B0E60-DFE6-4DC4-9FE3-63F602323AFE}" srcOrd="1" destOrd="0" presId="urn:microsoft.com/office/officeart/2005/8/layout/orgChart1"/>
    <dgm:cxn modelId="{6662A67B-CBC9-4EA9-9C8D-AF9D4F88BA1F}" type="presParOf" srcId="{B03B0E60-DFE6-4DC4-9FE3-63F602323AFE}" destId="{2B50DEB5-1861-4E75-91E0-F17D0594E726}" srcOrd="0" destOrd="0" presId="urn:microsoft.com/office/officeart/2005/8/layout/orgChart1"/>
    <dgm:cxn modelId="{486BEEA7-CCD5-40B5-8238-FDD53D2FD761}" type="presParOf" srcId="{2B50DEB5-1861-4E75-91E0-F17D0594E726}" destId="{4988DDCF-20EB-46F0-95DB-F28101C505E4}" srcOrd="0" destOrd="0" presId="urn:microsoft.com/office/officeart/2005/8/layout/orgChart1"/>
    <dgm:cxn modelId="{4C8115FD-7E69-4A13-91D1-E7CD8F9649BD}" type="presParOf" srcId="{2B50DEB5-1861-4E75-91E0-F17D0594E726}" destId="{51247EEB-83AC-4233-9EEB-751DCD82251E}" srcOrd="1" destOrd="0" presId="urn:microsoft.com/office/officeart/2005/8/layout/orgChart1"/>
    <dgm:cxn modelId="{30F4E10C-8C03-487E-B450-43905570F39A}" type="presParOf" srcId="{B03B0E60-DFE6-4DC4-9FE3-63F602323AFE}" destId="{40403E86-5A8A-4C9D-9FBB-667D61910890}" srcOrd="1" destOrd="0" presId="urn:microsoft.com/office/officeart/2005/8/layout/orgChart1"/>
    <dgm:cxn modelId="{4D220DA5-992C-4FD2-8AB2-D978D11385FA}" type="presParOf" srcId="{B03B0E60-DFE6-4DC4-9FE3-63F602323AFE}" destId="{0B63E7AC-C7F1-48EE-8ADE-DEC63BDC22F5}" srcOrd="2" destOrd="0" presId="urn:microsoft.com/office/officeart/2005/8/layout/orgChar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50274-0599-40E4-98BE-0AF0A05C44EA}">
      <dsp:nvSpPr>
        <dsp:cNvPr id="0" name=""/>
        <dsp:cNvSpPr/>
      </dsp:nvSpPr>
      <dsp:spPr>
        <a:xfrm>
          <a:off x="1910915" y="459594"/>
          <a:ext cx="603684" cy="396067"/>
        </a:xfrm>
        <a:custGeom>
          <a:avLst/>
          <a:gdLst/>
          <a:ahLst/>
          <a:cxnLst/>
          <a:rect l="0" t="0" r="0" b="0"/>
          <a:pathLst>
            <a:path>
              <a:moveTo>
                <a:pt x="600456" y="0"/>
              </a:moveTo>
              <a:lnTo>
                <a:pt x="600456" y="393949"/>
              </a:lnTo>
              <a:lnTo>
                <a:pt x="0" y="393949"/>
              </a:lnTo>
            </a:path>
          </a:pathLst>
        </a:custGeom>
        <a:noFill/>
        <a:ln w="3175" cap="flat" cmpd="sng" algn="ctr">
          <a:solidFill>
            <a:srgbClr val="96969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191FE7-556B-487E-A00A-88A094DC7DC1}">
      <dsp:nvSpPr>
        <dsp:cNvPr id="0" name=""/>
        <dsp:cNvSpPr/>
      </dsp:nvSpPr>
      <dsp:spPr>
        <a:xfrm>
          <a:off x="2514599" y="459594"/>
          <a:ext cx="2083661" cy="7921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1729"/>
              </a:lnTo>
              <a:lnTo>
                <a:pt x="2083661" y="701729"/>
              </a:lnTo>
              <a:lnTo>
                <a:pt x="2083661" y="792135"/>
              </a:lnTo>
            </a:path>
          </a:pathLst>
        </a:custGeom>
        <a:noFill/>
        <a:ln w="3175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5747DF-BB74-4706-9913-D7223DDD8D2F}">
      <dsp:nvSpPr>
        <dsp:cNvPr id="0" name=""/>
        <dsp:cNvSpPr/>
      </dsp:nvSpPr>
      <dsp:spPr>
        <a:xfrm>
          <a:off x="2514599" y="459594"/>
          <a:ext cx="1041830" cy="7921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7976"/>
              </a:lnTo>
              <a:lnTo>
                <a:pt x="1036259" y="697976"/>
              </a:lnTo>
              <a:lnTo>
                <a:pt x="1036259" y="787899"/>
              </a:lnTo>
            </a:path>
          </a:pathLst>
        </a:custGeom>
        <a:noFill/>
        <a:ln w="3175" cap="flat" cmpd="sng" algn="ctr">
          <a:solidFill>
            <a:srgbClr val="96969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4F8FC0-1696-4BC7-BA72-8496680D5F7D}">
      <dsp:nvSpPr>
        <dsp:cNvPr id="0" name=""/>
        <dsp:cNvSpPr/>
      </dsp:nvSpPr>
      <dsp:spPr>
        <a:xfrm>
          <a:off x="2468880" y="459594"/>
          <a:ext cx="91440" cy="79213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87899"/>
              </a:lnTo>
            </a:path>
          </a:pathLst>
        </a:custGeom>
        <a:noFill/>
        <a:ln w="3175" cap="flat" cmpd="sng" algn="ctr">
          <a:solidFill>
            <a:srgbClr val="96969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0F28BF-A411-4D16-9BD8-243B202AE4E2}">
      <dsp:nvSpPr>
        <dsp:cNvPr id="0" name=""/>
        <dsp:cNvSpPr/>
      </dsp:nvSpPr>
      <dsp:spPr>
        <a:xfrm>
          <a:off x="1472769" y="459594"/>
          <a:ext cx="1041830" cy="797891"/>
        </a:xfrm>
        <a:custGeom>
          <a:avLst/>
          <a:gdLst/>
          <a:ahLst/>
          <a:cxnLst/>
          <a:rect l="0" t="0" r="0" b="0"/>
          <a:pathLst>
            <a:path>
              <a:moveTo>
                <a:pt x="1036259" y="0"/>
              </a:moveTo>
              <a:lnTo>
                <a:pt x="1036259" y="698938"/>
              </a:lnTo>
              <a:lnTo>
                <a:pt x="0" y="698938"/>
              </a:lnTo>
              <a:lnTo>
                <a:pt x="0" y="788861"/>
              </a:lnTo>
            </a:path>
          </a:pathLst>
        </a:custGeom>
        <a:noFill/>
        <a:ln w="3175" cap="flat" cmpd="sng" algn="ctr">
          <a:solidFill>
            <a:srgbClr val="96969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94A5AA-4FE3-48CB-9AA9-4232B58FDA52}">
      <dsp:nvSpPr>
        <dsp:cNvPr id="0" name=""/>
        <dsp:cNvSpPr/>
      </dsp:nvSpPr>
      <dsp:spPr>
        <a:xfrm>
          <a:off x="430938" y="459594"/>
          <a:ext cx="2083661" cy="792135"/>
        </a:xfrm>
        <a:custGeom>
          <a:avLst/>
          <a:gdLst/>
          <a:ahLst/>
          <a:cxnLst/>
          <a:rect l="0" t="0" r="0" b="0"/>
          <a:pathLst>
            <a:path>
              <a:moveTo>
                <a:pt x="2072519" y="0"/>
              </a:moveTo>
              <a:lnTo>
                <a:pt x="2072519" y="697976"/>
              </a:lnTo>
              <a:lnTo>
                <a:pt x="0" y="697976"/>
              </a:lnTo>
              <a:lnTo>
                <a:pt x="0" y="787899"/>
              </a:lnTo>
            </a:path>
          </a:pathLst>
        </a:custGeom>
        <a:noFill/>
        <a:ln w="3175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BA8F7D-B245-4663-B174-E1FF05115052}">
      <dsp:nvSpPr>
        <dsp:cNvPr id="0" name=""/>
        <dsp:cNvSpPr/>
      </dsp:nvSpPr>
      <dsp:spPr>
        <a:xfrm>
          <a:off x="2084091" y="29085"/>
          <a:ext cx="861017" cy="430508"/>
        </a:xfrm>
        <a:prstGeom prst="snip2Diag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Leader</a:t>
          </a:r>
        </a:p>
      </dsp:txBody>
      <dsp:txXfrm>
        <a:off x="2119967" y="64961"/>
        <a:ext cx="789265" cy="358756"/>
      </dsp:txXfrm>
    </dsp:sp>
    <dsp:sp modelId="{B3018B24-17F8-4541-9018-71EDEFAEB40D}">
      <dsp:nvSpPr>
        <dsp:cNvPr id="0" name=""/>
        <dsp:cNvSpPr/>
      </dsp:nvSpPr>
      <dsp:spPr>
        <a:xfrm>
          <a:off x="429" y="1251730"/>
          <a:ext cx="861017" cy="430508"/>
        </a:xfrm>
        <a:prstGeom prst="snip2Diag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</a:rPr>
            <a:t>Team Member</a:t>
          </a:r>
        </a:p>
      </dsp:txBody>
      <dsp:txXfrm>
        <a:off x="36305" y="1287606"/>
        <a:ext cx="789265" cy="358756"/>
      </dsp:txXfrm>
    </dsp:sp>
    <dsp:sp modelId="{101545C9-5914-4E06-AC5E-AE6836250D46}">
      <dsp:nvSpPr>
        <dsp:cNvPr id="0" name=""/>
        <dsp:cNvSpPr/>
      </dsp:nvSpPr>
      <dsp:spPr>
        <a:xfrm>
          <a:off x="1042260" y="1257486"/>
          <a:ext cx="861017" cy="430508"/>
        </a:xfrm>
        <a:prstGeom prst="snip2Diag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</a:rPr>
            <a:t>Team Member</a:t>
          </a:r>
        </a:p>
      </dsp:txBody>
      <dsp:txXfrm>
        <a:off x="1078136" y="1293362"/>
        <a:ext cx="789265" cy="358756"/>
      </dsp:txXfrm>
    </dsp:sp>
    <dsp:sp modelId="{95331AE1-0BD3-4BFD-A1FB-B386520D03C7}">
      <dsp:nvSpPr>
        <dsp:cNvPr id="0" name=""/>
        <dsp:cNvSpPr/>
      </dsp:nvSpPr>
      <dsp:spPr>
        <a:xfrm>
          <a:off x="2084091" y="1251730"/>
          <a:ext cx="861017" cy="430508"/>
        </a:xfrm>
        <a:prstGeom prst="snip2Diag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</a:rPr>
            <a:t>Team Member</a:t>
          </a:r>
        </a:p>
      </dsp:txBody>
      <dsp:txXfrm>
        <a:off x="2119967" y="1287606"/>
        <a:ext cx="789265" cy="358756"/>
      </dsp:txXfrm>
    </dsp:sp>
    <dsp:sp modelId="{2FC66954-1592-45A6-99DE-F0258345AEC1}">
      <dsp:nvSpPr>
        <dsp:cNvPr id="0" name=""/>
        <dsp:cNvSpPr/>
      </dsp:nvSpPr>
      <dsp:spPr>
        <a:xfrm>
          <a:off x="3125922" y="1251730"/>
          <a:ext cx="861017" cy="430508"/>
        </a:xfrm>
        <a:prstGeom prst="snip2Diag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Team Member</a:t>
          </a:r>
          <a:endParaRPr lang="en-US" sz="800" kern="1200" dirty="0">
            <a:solidFill>
              <a:schemeClr val="tx1"/>
            </a:solidFill>
          </a:endParaRPr>
        </a:p>
      </dsp:txBody>
      <dsp:txXfrm>
        <a:off x="3161798" y="1287606"/>
        <a:ext cx="789265" cy="358756"/>
      </dsp:txXfrm>
    </dsp:sp>
    <dsp:sp modelId="{EC3814BC-CC28-44F8-BB4A-C5B32F57FDB5}">
      <dsp:nvSpPr>
        <dsp:cNvPr id="0" name=""/>
        <dsp:cNvSpPr/>
      </dsp:nvSpPr>
      <dsp:spPr>
        <a:xfrm>
          <a:off x="4167753" y="1251730"/>
          <a:ext cx="861017" cy="430508"/>
        </a:xfrm>
        <a:prstGeom prst="snip2Diag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Team Member</a:t>
          </a:r>
          <a:endParaRPr lang="en-US" sz="800" kern="1200" dirty="0">
            <a:solidFill>
              <a:schemeClr val="tx1"/>
            </a:solidFill>
          </a:endParaRPr>
        </a:p>
      </dsp:txBody>
      <dsp:txXfrm>
        <a:off x="4203629" y="1287606"/>
        <a:ext cx="789265" cy="358756"/>
      </dsp:txXfrm>
    </dsp:sp>
    <dsp:sp modelId="{4988DDCF-20EB-46F0-95DB-F28101C505E4}">
      <dsp:nvSpPr>
        <dsp:cNvPr id="0" name=""/>
        <dsp:cNvSpPr/>
      </dsp:nvSpPr>
      <dsp:spPr>
        <a:xfrm>
          <a:off x="1049897" y="640408"/>
          <a:ext cx="861017" cy="430508"/>
        </a:xfrm>
        <a:prstGeom prst="snip2Diag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Secretary</a:t>
          </a:r>
        </a:p>
      </dsp:txBody>
      <dsp:txXfrm>
        <a:off x="1085773" y="676284"/>
        <a:ext cx="789265" cy="358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111E84-F71C-E166-B872-23AADE6E64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342B7-AA33-7C89-CDBD-29198BE5DF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274C9-79CD-409F-9F4D-89B17B1F4B9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87F85-BAE3-D291-9071-0A59E21F5B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16343-00A8-C923-E797-C966BDCB22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B7547-5350-40F8-90CB-0D0C72C83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35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55C91-7C18-4D79-87BA-2BCCDD91532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5AE14-571E-41C3-B371-71254A26B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81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0EB527-28C9-4F1E-84D7-A27EBD35F8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AU" noProof="0" dirty="0">
              <a:solidFill>
                <a:schemeClr val="tx1"/>
              </a:solidFill>
            </a:endParaRPr>
          </a:p>
        </p:txBody>
      </p:sp>
      <p:pic>
        <p:nvPicPr>
          <p:cNvPr id="1042" name="Picture 18">
            <a:extLst>
              <a:ext uri="{FF2B5EF4-FFF2-40B4-BE49-F238E27FC236}">
                <a16:creationId xmlns:a16="http://schemas.microsoft.com/office/drawing/2014/main" id="{81BB8EEB-CE75-C0EB-B834-148F56C51E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975" y="1712912"/>
            <a:ext cx="6804025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8B34A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231F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231F20"/>
                  </a:outerShdw>
                </a:effectLst>
              </a14:hiddenEffects>
            </a:ext>
          </a:extLst>
        </p:spPr>
      </p:pic>
      <p:sp>
        <p:nvSpPr>
          <p:cNvPr id="24" name="Freeform 20">
            <a:extLst>
              <a:ext uri="{FF2B5EF4-FFF2-40B4-BE49-F238E27FC236}">
                <a16:creationId xmlns:a16="http://schemas.microsoft.com/office/drawing/2014/main" id="{26F34383-C5B0-AB5E-9653-7364DA4CADAD}"/>
              </a:ext>
            </a:extLst>
          </p:cNvPr>
          <p:cNvSpPr>
            <a:spLocks/>
          </p:cNvSpPr>
          <p:nvPr userDrawn="1"/>
        </p:nvSpPr>
        <p:spPr bwMode="auto">
          <a:xfrm>
            <a:off x="4630738" y="5183187"/>
            <a:ext cx="2187575" cy="1674813"/>
          </a:xfrm>
          <a:custGeom>
            <a:avLst/>
            <a:gdLst>
              <a:gd name="T0" fmla="*/ 379 w 909"/>
              <a:gd name="T1" fmla="*/ 696 h 696"/>
              <a:gd name="T2" fmla="*/ 0 w 909"/>
              <a:gd name="T3" fmla="*/ 696 h 696"/>
              <a:gd name="T4" fmla="*/ 469 w 909"/>
              <a:gd name="T5" fmla="*/ 32 h 696"/>
              <a:gd name="T6" fmla="*/ 530 w 909"/>
              <a:gd name="T7" fmla="*/ 0 h 696"/>
              <a:gd name="T8" fmla="*/ 909 w 909"/>
              <a:gd name="T9" fmla="*/ 0 h 696"/>
              <a:gd name="T10" fmla="*/ 440 w 909"/>
              <a:gd name="T11" fmla="*/ 664 h 696"/>
              <a:gd name="T12" fmla="*/ 379 w 909"/>
              <a:gd name="T13" fmla="*/ 696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9" h="696">
                <a:moveTo>
                  <a:pt x="379" y="696"/>
                </a:moveTo>
                <a:cubicBezTo>
                  <a:pt x="0" y="696"/>
                  <a:pt x="0" y="696"/>
                  <a:pt x="0" y="696"/>
                </a:cubicBezTo>
                <a:cubicBezTo>
                  <a:pt x="469" y="32"/>
                  <a:pt x="469" y="32"/>
                  <a:pt x="469" y="32"/>
                </a:cubicBezTo>
                <a:cubicBezTo>
                  <a:pt x="483" y="12"/>
                  <a:pt x="506" y="0"/>
                  <a:pt x="530" y="0"/>
                </a:cubicBezTo>
                <a:cubicBezTo>
                  <a:pt x="909" y="0"/>
                  <a:pt x="909" y="0"/>
                  <a:pt x="909" y="0"/>
                </a:cubicBezTo>
                <a:cubicBezTo>
                  <a:pt x="440" y="664"/>
                  <a:pt x="440" y="664"/>
                  <a:pt x="440" y="664"/>
                </a:cubicBezTo>
                <a:cubicBezTo>
                  <a:pt x="426" y="684"/>
                  <a:pt x="404" y="696"/>
                  <a:pt x="379" y="696"/>
                </a:cubicBezTo>
              </a:path>
            </a:pathLst>
          </a:custGeom>
          <a:solidFill>
            <a:srgbClr val="38B34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1B498-A5EE-AF16-B185-B4D6C839A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130" y="3191184"/>
            <a:ext cx="5460575" cy="1366528"/>
          </a:xfrm>
        </p:spPr>
        <p:txBody>
          <a:bodyPr wrap="square" anchor="b">
            <a:spAutoFit/>
          </a:bodyPr>
          <a:lstStyle>
            <a:lvl1pPr algn="l">
              <a:defRPr sz="4600">
                <a:solidFill>
                  <a:schemeClr val="bg1"/>
                </a:solidFill>
                <a:latin typeface="Instrument Sans SemiBold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00502-5AD4-89E0-EA2E-8F47171E0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130" y="4970509"/>
            <a:ext cx="5460575" cy="314253"/>
          </a:xfrm>
        </p:spPr>
        <p:txBody>
          <a:bodyPr wrap="square">
            <a:sp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Instrument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AU" noProof="0" dirty="0"/>
          </a:p>
        </p:txBody>
      </p:sp>
      <p:pic>
        <p:nvPicPr>
          <p:cNvPr id="1043" name="Picture 19">
            <a:extLst>
              <a:ext uri="{FF2B5EF4-FFF2-40B4-BE49-F238E27FC236}">
                <a16:creationId xmlns:a16="http://schemas.microsoft.com/office/drawing/2014/main" id="{6B0C4E5E-C5C6-CE25-B42B-C790161B3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53" y="1105692"/>
            <a:ext cx="26670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8B34A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231F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231F20"/>
                  </a:outerShdw>
                </a:effectLst>
              </a14:hiddenEffects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0461529-A2D1-699B-5FAA-AB8BF63C10C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418702" y="0"/>
            <a:ext cx="2773298" cy="519834"/>
            <a:chOff x="113652524" y="108333187"/>
            <a:chExt cx="6198129" cy="1161583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39134073-D1FA-5453-0F0D-1DF6EF0D56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3652524" y="108333187"/>
              <a:ext cx="6198129" cy="1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00904A6-2A0F-B0D7-A24A-3CC3861A0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655894" y="108336550"/>
              <a:ext cx="826008" cy="1155193"/>
            </a:xfrm>
            <a:custGeom>
              <a:avLst/>
              <a:gdLst>
                <a:gd name="T0" fmla="*/ 0 w 826008"/>
                <a:gd name="T1" fmla="*/ 1155193 h 1155193"/>
                <a:gd name="T2" fmla="*/ 15907 w 826008"/>
                <a:gd name="T3" fmla="*/ 1155193 h 1155193"/>
                <a:gd name="T4" fmla="*/ 826008 w 826008"/>
                <a:gd name="T5" fmla="*/ 0 h 1155193"/>
                <a:gd name="T6" fmla="*/ 811720 w 826008"/>
                <a:gd name="T7" fmla="*/ 0 h 1155193"/>
                <a:gd name="T8" fmla="*/ 0 w 826008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6008" h="1155193">
                  <a:moveTo>
                    <a:pt x="0" y="1155193"/>
                  </a:moveTo>
                  <a:lnTo>
                    <a:pt x="15907" y="1155193"/>
                  </a:lnTo>
                  <a:lnTo>
                    <a:pt x="826008" y="0"/>
                  </a:lnTo>
                  <a:lnTo>
                    <a:pt x="811720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7EAC27FF-1008-F6C0-746E-4AC22E2BD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088710" y="108336550"/>
              <a:ext cx="838200" cy="1155193"/>
            </a:xfrm>
            <a:custGeom>
              <a:avLst/>
              <a:gdLst>
                <a:gd name="T0" fmla="*/ 0 w 838200"/>
                <a:gd name="T1" fmla="*/ 1155193 h 1155193"/>
                <a:gd name="T2" fmla="*/ 30194 w 838200"/>
                <a:gd name="T3" fmla="*/ 1155193 h 1155193"/>
                <a:gd name="T4" fmla="*/ 838200 w 838200"/>
                <a:gd name="T5" fmla="*/ 0 h 1155193"/>
                <a:gd name="T6" fmla="*/ 808101 w 838200"/>
                <a:gd name="T7" fmla="*/ 0 h 1155193"/>
                <a:gd name="T8" fmla="*/ 0 w 838200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8200" h="1155193">
                  <a:moveTo>
                    <a:pt x="0" y="1155193"/>
                  </a:moveTo>
                  <a:lnTo>
                    <a:pt x="30194" y="1155193"/>
                  </a:lnTo>
                  <a:lnTo>
                    <a:pt x="838200" y="0"/>
                  </a:lnTo>
                  <a:lnTo>
                    <a:pt x="808101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34F9EF4-F408-28AE-0B09-05AAC869E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20002" y="108336550"/>
              <a:ext cx="854964" cy="1155193"/>
            </a:xfrm>
            <a:custGeom>
              <a:avLst/>
              <a:gdLst>
                <a:gd name="T0" fmla="*/ 0 w 854964"/>
                <a:gd name="T1" fmla="*/ 1155193 h 1155193"/>
                <a:gd name="T2" fmla="*/ 49244 w 854964"/>
                <a:gd name="T3" fmla="*/ 1155193 h 1155193"/>
                <a:gd name="T4" fmla="*/ 854964 w 854964"/>
                <a:gd name="T5" fmla="*/ 0 h 1155193"/>
                <a:gd name="T6" fmla="*/ 805815 w 854964"/>
                <a:gd name="T7" fmla="*/ 0 h 1155193"/>
                <a:gd name="T8" fmla="*/ 0 w 854964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964" h="1155193">
                  <a:moveTo>
                    <a:pt x="0" y="1155193"/>
                  </a:moveTo>
                  <a:lnTo>
                    <a:pt x="49244" y="1155193"/>
                  </a:lnTo>
                  <a:lnTo>
                    <a:pt x="854964" y="0"/>
                  </a:lnTo>
                  <a:lnTo>
                    <a:pt x="805815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9C3F3DEB-3171-5397-4726-0E04E46B9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49770" y="108336550"/>
              <a:ext cx="874776" cy="1155193"/>
            </a:xfrm>
            <a:custGeom>
              <a:avLst/>
              <a:gdLst>
                <a:gd name="T0" fmla="*/ 0 w 874776"/>
                <a:gd name="T1" fmla="*/ 1155193 h 1155193"/>
                <a:gd name="T2" fmla="*/ 63532 w 874776"/>
                <a:gd name="T3" fmla="*/ 1155193 h 1155193"/>
                <a:gd name="T4" fmla="*/ 874776 w 874776"/>
                <a:gd name="T5" fmla="*/ 0 h 1155193"/>
                <a:gd name="T6" fmla="*/ 809720 w 874776"/>
                <a:gd name="T7" fmla="*/ 0 h 1155193"/>
                <a:gd name="T8" fmla="*/ 0 w 874776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4776" h="1155193">
                  <a:moveTo>
                    <a:pt x="0" y="1155193"/>
                  </a:moveTo>
                  <a:lnTo>
                    <a:pt x="63532" y="1155193"/>
                  </a:lnTo>
                  <a:lnTo>
                    <a:pt x="874776" y="0"/>
                  </a:lnTo>
                  <a:lnTo>
                    <a:pt x="809720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C0B91202-600B-EE1E-2052-E10ED609E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82586" y="108336550"/>
              <a:ext cx="886968" cy="1155193"/>
            </a:xfrm>
            <a:custGeom>
              <a:avLst/>
              <a:gdLst>
                <a:gd name="T0" fmla="*/ 0 w 886968"/>
                <a:gd name="T1" fmla="*/ 1155193 h 1155193"/>
                <a:gd name="T2" fmla="*/ 79534 w 886968"/>
                <a:gd name="T3" fmla="*/ 1155193 h 1155193"/>
                <a:gd name="T4" fmla="*/ 886968 w 886968"/>
                <a:gd name="T5" fmla="*/ 0 h 1155193"/>
                <a:gd name="T6" fmla="*/ 807529 w 886968"/>
                <a:gd name="T7" fmla="*/ 0 h 1155193"/>
                <a:gd name="T8" fmla="*/ 0 w 886968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6968" h="1155193">
                  <a:moveTo>
                    <a:pt x="0" y="1155193"/>
                  </a:moveTo>
                  <a:lnTo>
                    <a:pt x="79534" y="1155193"/>
                  </a:lnTo>
                  <a:lnTo>
                    <a:pt x="886968" y="0"/>
                  </a:lnTo>
                  <a:lnTo>
                    <a:pt x="807529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4478241A-2264-EC2E-AF63-96F0812B6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13878" y="108336550"/>
              <a:ext cx="903732" cy="1155193"/>
            </a:xfrm>
            <a:custGeom>
              <a:avLst/>
              <a:gdLst>
                <a:gd name="T0" fmla="*/ 0 w 903732"/>
                <a:gd name="T1" fmla="*/ 1155193 h 1155193"/>
                <a:gd name="T2" fmla="*/ 93631 w 903732"/>
                <a:gd name="T3" fmla="*/ 1155193 h 1155193"/>
                <a:gd name="T4" fmla="*/ 903732 w 903732"/>
                <a:gd name="T5" fmla="*/ 0 h 1155193"/>
                <a:gd name="T6" fmla="*/ 808672 w 903732"/>
                <a:gd name="T7" fmla="*/ 0 h 1155193"/>
                <a:gd name="T8" fmla="*/ 0 w 903732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3732" h="1155193">
                  <a:moveTo>
                    <a:pt x="0" y="1155193"/>
                  </a:moveTo>
                  <a:lnTo>
                    <a:pt x="93631" y="1155193"/>
                  </a:lnTo>
                  <a:lnTo>
                    <a:pt x="903732" y="0"/>
                  </a:lnTo>
                  <a:lnTo>
                    <a:pt x="808672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59FB0277-8D13-B896-24EF-9BBBB7C5F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46694" y="108336550"/>
              <a:ext cx="918972" cy="1155193"/>
            </a:xfrm>
            <a:custGeom>
              <a:avLst/>
              <a:gdLst>
                <a:gd name="T0" fmla="*/ 0 w 918972"/>
                <a:gd name="T1" fmla="*/ 1155193 h 1155193"/>
                <a:gd name="T2" fmla="*/ 109537 w 918972"/>
                <a:gd name="T3" fmla="*/ 1155193 h 1155193"/>
                <a:gd name="T4" fmla="*/ 918972 w 918972"/>
                <a:gd name="T5" fmla="*/ 0 h 1155193"/>
                <a:gd name="T6" fmla="*/ 806386 w 918972"/>
                <a:gd name="T7" fmla="*/ 0 h 1155193"/>
                <a:gd name="T8" fmla="*/ 0 w 918972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8972" h="1155193">
                  <a:moveTo>
                    <a:pt x="0" y="1155193"/>
                  </a:moveTo>
                  <a:lnTo>
                    <a:pt x="109537" y="1155193"/>
                  </a:lnTo>
                  <a:lnTo>
                    <a:pt x="918972" y="0"/>
                  </a:lnTo>
                  <a:lnTo>
                    <a:pt x="806386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F0D2B912-5CFC-6900-945A-1DBBF5F9E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74938" y="108336550"/>
              <a:ext cx="935735" cy="1155193"/>
            </a:xfrm>
            <a:custGeom>
              <a:avLst/>
              <a:gdLst>
                <a:gd name="T0" fmla="*/ 0 w 935735"/>
                <a:gd name="T1" fmla="*/ 1155193 h 1155193"/>
                <a:gd name="T2" fmla="*/ 128778 w 935735"/>
                <a:gd name="T3" fmla="*/ 1155193 h 1155193"/>
                <a:gd name="T4" fmla="*/ 935735 w 935735"/>
                <a:gd name="T5" fmla="*/ 0 h 1155193"/>
                <a:gd name="T6" fmla="*/ 811911 w 935735"/>
                <a:gd name="T7" fmla="*/ 0 h 1155193"/>
                <a:gd name="T8" fmla="*/ 0 w 935735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5735" h="1155193">
                  <a:moveTo>
                    <a:pt x="0" y="1155193"/>
                  </a:moveTo>
                  <a:lnTo>
                    <a:pt x="128778" y="1155193"/>
                  </a:lnTo>
                  <a:lnTo>
                    <a:pt x="935735" y="0"/>
                  </a:lnTo>
                  <a:lnTo>
                    <a:pt x="811911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0F49DD7B-7EC4-28BF-2353-12EC35909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10802" y="108336550"/>
              <a:ext cx="949452" cy="1155193"/>
            </a:xfrm>
            <a:custGeom>
              <a:avLst/>
              <a:gdLst>
                <a:gd name="T0" fmla="*/ 0 w 949452"/>
                <a:gd name="T1" fmla="*/ 1155193 h 1155193"/>
                <a:gd name="T2" fmla="*/ 138303 w 949452"/>
                <a:gd name="T3" fmla="*/ 1155193 h 1155193"/>
                <a:gd name="T4" fmla="*/ 949452 w 949452"/>
                <a:gd name="T5" fmla="*/ 0 h 1155193"/>
                <a:gd name="T6" fmla="*/ 806577 w 949452"/>
                <a:gd name="T7" fmla="*/ 0 h 1155193"/>
                <a:gd name="T8" fmla="*/ 0 w 949452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9452" h="1155193">
                  <a:moveTo>
                    <a:pt x="0" y="1155193"/>
                  </a:moveTo>
                  <a:lnTo>
                    <a:pt x="138303" y="1155193"/>
                  </a:lnTo>
                  <a:lnTo>
                    <a:pt x="949452" y="0"/>
                  </a:lnTo>
                  <a:lnTo>
                    <a:pt x="806577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A8A1E04F-3096-97DD-FC9C-FD9EB2458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9046" y="108336550"/>
              <a:ext cx="964691" cy="1155193"/>
            </a:xfrm>
            <a:custGeom>
              <a:avLst/>
              <a:gdLst>
                <a:gd name="T0" fmla="*/ 0 w 964691"/>
                <a:gd name="T1" fmla="*/ 1155193 h 1155193"/>
                <a:gd name="T2" fmla="*/ 158686 w 964691"/>
                <a:gd name="T3" fmla="*/ 1155193 h 1155193"/>
                <a:gd name="T4" fmla="*/ 964691 w 964691"/>
                <a:gd name="T5" fmla="*/ 0 h 1155193"/>
                <a:gd name="T6" fmla="*/ 806195 w 964691"/>
                <a:gd name="T7" fmla="*/ 0 h 1155193"/>
                <a:gd name="T8" fmla="*/ 0 w 964691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4691" h="1155193">
                  <a:moveTo>
                    <a:pt x="0" y="1155193"/>
                  </a:moveTo>
                  <a:lnTo>
                    <a:pt x="158686" y="1155193"/>
                  </a:lnTo>
                  <a:lnTo>
                    <a:pt x="964691" y="0"/>
                  </a:lnTo>
                  <a:lnTo>
                    <a:pt x="806195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3E00C6F3-C8C0-93D1-506A-B889534D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88626" y="108336550"/>
              <a:ext cx="964691" cy="1155193"/>
            </a:xfrm>
            <a:custGeom>
              <a:avLst/>
              <a:gdLst>
                <a:gd name="T0" fmla="*/ 0 w 964691"/>
                <a:gd name="T1" fmla="*/ 1155193 h 1155193"/>
                <a:gd name="T2" fmla="*/ 158686 w 964691"/>
                <a:gd name="T3" fmla="*/ 1155193 h 1155193"/>
                <a:gd name="T4" fmla="*/ 964691 w 964691"/>
                <a:gd name="T5" fmla="*/ 0 h 1155193"/>
                <a:gd name="T6" fmla="*/ 806195 w 964691"/>
                <a:gd name="T7" fmla="*/ 0 h 1155193"/>
                <a:gd name="T8" fmla="*/ 0 w 964691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4691" h="1155193">
                  <a:moveTo>
                    <a:pt x="0" y="1155193"/>
                  </a:moveTo>
                  <a:lnTo>
                    <a:pt x="158686" y="1155193"/>
                  </a:lnTo>
                  <a:lnTo>
                    <a:pt x="964691" y="0"/>
                  </a:lnTo>
                  <a:lnTo>
                    <a:pt x="806195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2DECE718-610D-548E-FA19-0A2BA9BBF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32109" y="108336550"/>
              <a:ext cx="969264" cy="1155193"/>
            </a:xfrm>
            <a:custGeom>
              <a:avLst/>
              <a:gdLst>
                <a:gd name="T0" fmla="*/ 0 w 969264"/>
                <a:gd name="T1" fmla="*/ 1155193 h 1155193"/>
                <a:gd name="T2" fmla="*/ 159068 w 969264"/>
                <a:gd name="T3" fmla="*/ 1155193 h 1155193"/>
                <a:gd name="T4" fmla="*/ 969264 w 969264"/>
                <a:gd name="T5" fmla="*/ 0 h 1155193"/>
                <a:gd name="T6" fmla="*/ 812102 w 969264"/>
                <a:gd name="T7" fmla="*/ 0 h 1155193"/>
                <a:gd name="T8" fmla="*/ 0 w 969264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9264" h="1155193">
                  <a:moveTo>
                    <a:pt x="0" y="1155193"/>
                  </a:moveTo>
                  <a:lnTo>
                    <a:pt x="159068" y="1155193"/>
                  </a:lnTo>
                  <a:lnTo>
                    <a:pt x="969264" y="0"/>
                  </a:lnTo>
                  <a:lnTo>
                    <a:pt x="812102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6102600D-36DD-3FBA-608E-E1860E1E8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881689" y="108336550"/>
              <a:ext cx="964692" cy="1155193"/>
            </a:xfrm>
            <a:custGeom>
              <a:avLst/>
              <a:gdLst>
                <a:gd name="T0" fmla="*/ 0 w 964692"/>
                <a:gd name="T1" fmla="*/ 1155193 h 1155193"/>
                <a:gd name="T2" fmla="*/ 157163 w 964692"/>
                <a:gd name="T3" fmla="*/ 1155193 h 1155193"/>
                <a:gd name="T4" fmla="*/ 964692 w 964692"/>
                <a:gd name="T5" fmla="*/ 0 h 1155193"/>
                <a:gd name="T6" fmla="*/ 806196 w 964692"/>
                <a:gd name="T7" fmla="*/ 0 h 1155193"/>
                <a:gd name="T8" fmla="*/ 0 w 964692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4692" h="1155193">
                  <a:moveTo>
                    <a:pt x="0" y="1155193"/>
                  </a:moveTo>
                  <a:lnTo>
                    <a:pt x="157163" y="1155193"/>
                  </a:lnTo>
                  <a:lnTo>
                    <a:pt x="964692" y="0"/>
                  </a:lnTo>
                  <a:lnTo>
                    <a:pt x="806196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sz="9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506306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89116-6270-DBC2-D8B7-766CBDD427D4}"/>
              </a:ext>
            </a:extLst>
          </p:cNvPr>
          <p:cNvSpPr/>
          <p:nvPr userDrawn="1"/>
        </p:nvSpPr>
        <p:spPr>
          <a:xfrm>
            <a:off x="0" y="1231900"/>
            <a:ext cx="1155700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0BF5F6-29D6-87C1-77E9-2F60B52A2162}"/>
              </a:ext>
            </a:extLst>
          </p:cNvPr>
          <p:cNvSpPr/>
          <p:nvPr userDrawn="1"/>
        </p:nvSpPr>
        <p:spPr>
          <a:xfrm>
            <a:off x="0" y="0"/>
            <a:ext cx="61626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pic>
        <p:nvPicPr>
          <p:cNvPr id="6" name="Picture 19">
            <a:extLst>
              <a:ext uri="{FF2B5EF4-FFF2-40B4-BE49-F238E27FC236}">
                <a16:creationId xmlns:a16="http://schemas.microsoft.com/office/drawing/2014/main" id="{CBBF07D1-5E38-48AB-F91A-316A09A92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53" y="6255337"/>
            <a:ext cx="1911096" cy="24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8B34A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231F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231F20"/>
                  </a:outerShdw>
                </a:effectLst>
              </a14:hiddenEffects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EE79BC-D20E-E17F-25E1-6FF72B0854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958777"/>
            <a:ext cx="4667250" cy="472694"/>
          </a:xfrm>
        </p:spPr>
        <p:txBody>
          <a:bodyPr anchor="b" anchorCtr="0">
            <a:noAutofit/>
          </a:bodyPr>
          <a:lstStyle>
            <a:lvl1pPr marL="0" indent="0">
              <a:buNone/>
              <a:defRPr sz="2400">
                <a:solidFill>
                  <a:schemeClr val="accent1">
                    <a:lumMod val="40000"/>
                    <a:lumOff val="60000"/>
                  </a:schemeClr>
                </a:solidFill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931F8AD-A558-196E-6173-4151AAB5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5860"/>
            <a:ext cx="4667250" cy="136652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D0F049E-3590-0F5B-CE70-F851F269F3A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3552824"/>
            <a:ext cx="4667250" cy="2044855"/>
          </a:xfrm>
        </p:spPr>
        <p:txBody>
          <a:bodyPr>
            <a:noAutofit/>
          </a:bodyPr>
          <a:lstStyle>
            <a:lvl1pPr>
              <a:defRPr sz="1600">
                <a:solidFill>
                  <a:schemeClr val="bg1"/>
                </a:solidFill>
                <a:latin typeface="Instrument Sans Medium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Instrument Sans Medium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Instrument Sans Medium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Instrument Sans Medium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Instrument Sans Medium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A9B656C-5404-0575-A8A9-CD89B88DF8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099301" y="1878231"/>
            <a:ext cx="4254499" cy="34412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B721D0-B1AF-7A88-7DDB-89ABBF731D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99301" y="1220013"/>
            <a:ext cx="4254501" cy="369332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960C71-B49C-C200-1B2E-3C1EC5C6D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860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 I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89116-6270-DBC2-D8B7-766CBDD427D4}"/>
              </a:ext>
            </a:extLst>
          </p:cNvPr>
          <p:cNvSpPr/>
          <p:nvPr userDrawn="1"/>
        </p:nvSpPr>
        <p:spPr>
          <a:xfrm>
            <a:off x="0" y="1231900"/>
            <a:ext cx="1155700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0BF5F6-29D6-87C1-77E9-2F60B52A2162}"/>
              </a:ext>
            </a:extLst>
          </p:cNvPr>
          <p:cNvSpPr/>
          <p:nvPr userDrawn="1"/>
        </p:nvSpPr>
        <p:spPr>
          <a:xfrm>
            <a:off x="0" y="0"/>
            <a:ext cx="61626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pic>
        <p:nvPicPr>
          <p:cNvPr id="6" name="Picture 19">
            <a:extLst>
              <a:ext uri="{FF2B5EF4-FFF2-40B4-BE49-F238E27FC236}">
                <a16:creationId xmlns:a16="http://schemas.microsoft.com/office/drawing/2014/main" id="{CBBF07D1-5E38-48AB-F91A-316A09A92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53" y="6255337"/>
            <a:ext cx="1911096" cy="24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8B34A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231F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231F20"/>
                  </a:outerShdw>
                </a:effectLst>
              </a14:hiddenEffects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EE79BC-D20E-E17F-25E1-6FF72B0854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197027"/>
            <a:ext cx="4667250" cy="472694"/>
          </a:xfrm>
        </p:spPr>
        <p:txBody>
          <a:bodyPr anchor="b" anchorCtr="0">
            <a:noAutofit/>
          </a:bodyPr>
          <a:lstStyle>
            <a:lvl1pPr marL="0" indent="0">
              <a:buNone/>
              <a:defRPr sz="2400">
                <a:solidFill>
                  <a:schemeClr val="accent1">
                    <a:lumMod val="40000"/>
                    <a:lumOff val="60000"/>
                  </a:schemeClr>
                </a:solidFill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931F8AD-A558-196E-6173-4151AAB5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2700"/>
            <a:ext cx="4667250" cy="138271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10659CD0-8029-F41E-BA69-C534B50E9B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099301" y="1878231"/>
            <a:ext cx="4254499" cy="34412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446406D2-59D9-67D8-4B55-6783F7CDB9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99301" y="1220013"/>
            <a:ext cx="4254501" cy="369332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3A80AB9-2480-3E98-4AA2-D7A6C4721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571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4A771B0-08AA-7CE7-789C-E91D8D1C4C49}"/>
              </a:ext>
            </a:extLst>
          </p:cNvPr>
          <p:cNvSpPr/>
          <p:nvPr userDrawn="1"/>
        </p:nvSpPr>
        <p:spPr>
          <a:xfrm>
            <a:off x="0" y="1073198"/>
            <a:ext cx="1155700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84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3B8A2-89A6-2CF8-A68E-CAA141F98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113" y="2046537"/>
            <a:ext cx="9024687" cy="757130"/>
          </a:xfrm>
        </p:spPr>
        <p:txBody>
          <a:bodyPr anchor="b" anchorCtr="0">
            <a:spAutoFit/>
          </a:bodyPr>
          <a:lstStyle>
            <a:lvl1pPr>
              <a:defRPr sz="4600"/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8C1B712-1A23-6B7F-66E1-B6205F4DD1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674" y="1663331"/>
            <a:ext cx="1732204" cy="1234890"/>
          </a:xfrm>
        </p:spPr>
        <p:txBody>
          <a:bodyPr lIns="0" tIns="0" rIns="0" bIns="45720" anchor="b" anchorCtr="0">
            <a:spAutoFit/>
          </a:bodyPr>
          <a:lstStyle>
            <a:lvl1pPr marL="0" indent="0" algn="r">
              <a:buNone/>
              <a:defRPr sz="7500">
                <a:solidFill>
                  <a:schemeClr val="accent1">
                    <a:lumMod val="60000"/>
                    <a:lumOff val="40000"/>
                  </a:schemeClr>
                </a:solidFill>
                <a:latin typeface="Instrument Sans SemiBold" pitchFamily="2" charset="0"/>
              </a:defRPr>
            </a:lvl1pPr>
            <a:lvl2pPr marL="363729" indent="0">
              <a:buNone/>
              <a:defRPr/>
            </a:lvl2pPr>
            <a:lvl3pPr marL="727457" indent="0">
              <a:buNone/>
              <a:defRPr/>
            </a:lvl3pPr>
            <a:lvl4pPr marL="1091187" indent="0">
              <a:buNone/>
              <a:defRPr/>
            </a:lvl4pPr>
            <a:lvl5pPr marL="1454917" indent="0">
              <a:buNone/>
              <a:defRPr/>
            </a:lvl5pPr>
          </a:lstStyle>
          <a:p>
            <a:pPr lvl="0"/>
            <a:r>
              <a:rPr lang="en-AU" noProof="0" dirty="0"/>
              <a:t>01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3BB1C2A-0130-B0C4-231F-108E44C85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9113" y="3080342"/>
            <a:ext cx="9024687" cy="441018"/>
          </a:xfrm>
        </p:spPr>
        <p:txBody>
          <a:bodyPr>
            <a:spAutoFit/>
          </a:bodyPr>
          <a:lstStyle>
            <a:lvl1pPr marL="0" indent="0">
              <a:buNone/>
              <a:defRPr sz="2200">
                <a:solidFill>
                  <a:schemeClr val="accent2"/>
                </a:solidFill>
                <a:latin typeface="Instrument Sans SemiBold" pitchFamily="2" charset="0"/>
              </a:defRPr>
            </a:lvl1pPr>
            <a:lvl2pPr marL="363729" indent="0">
              <a:buNone/>
              <a:defRPr sz="1591">
                <a:solidFill>
                  <a:schemeClr val="tx1">
                    <a:tint val="75000"/>
                  </a:schemeClr>
                </a:solidFill>
              </a:defRPr>
            </a:lvl2pPr>
            <a:lvl3pPr marL="727457" indent="0">
              <a:buNone/>
              <a:defRPr sz="1432">
                <a:solidFill>
                  <a:schemeClr val="tx1">
                    <a:tint val="75000"/>
                  </a:schemeClr>
                </a:solidFill>
              </a:defRPr>
            </a:lvl3pPr>
            <a:lvl4pPr marL="1091187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4pPr>
            <a:lvl5pPr marL="1454917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5pPr>
            <a:lvl6pPr marL="1818645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6pPr>
            <a:lvl7pPr marL="2182374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7pPr>
            <a:lvl8pPr marL="2546103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8pPr>
            <a:lvl9pPr marL="2909831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854B7A-BCFB-F347-1026-30B09E97335C}"/>
              </a:ext>
            </a:extLst>
          </p:cNvPr>
          <p:cNvCxnSpPr>
            <a:cxnSpLocks/>
          </p:cNvCxnSpPr>
          <p:nvPr userDrawn="1"/>
        </p:nvCxnSpPr>
        <p:spPr>
          <a:xfrm>
            <a:off x="3" y="2910472"/>
            <a:ext cx="1135380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C2C4E80-6324-44FA-82E9-2056A8F77563}"/>
              </a:ext>
            </a:extLst>
          </p:cNvPr>
          <p:cNvGrpSpPr/>
          <p:nvPr userDrawn="1"/>
        </p:nvGrpSpPr>
        <p:grpSpPr>
          <a:xfrm>
            <a:off x="7914746" y="3947528"/>
            <a:ext cx="4277253" cy="2910472"/>
            <a:chOff x="4630738" y="1712912"/>
            <a:chExt cx="7561262" cy="5145088"/>
          </a:xfrm>
        </p:grpSpPr>
        <p:pic>
          <p:nvPicPr>
            <p:cNvPr id="7" name="Picture 18">
              <a:extLst>
                <a:ext uri="{FF2B5EF4-FFF2-40B4-BE49-F238E27FC236}">
                  <a16:creationId xmlns:a16="http://schemas.microsoft.com/office/drawing/2014/main" id="{9F08B164-7355-E70F-B3CE-03AEDDA20D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alphaModFix amt="50000"/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7975" y="1712912"/>
              <a:ext cx="6804025" cy="51450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8B34A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231F2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231F20"/>
                    </a:outerShdw>
                  </a:effectLst>
                </a14:hiddenEffects>
              </a:ext>
            </a:extLst>
          </p:spPr>
        </p:pic>
        <p:sp>
          <p:nvSpPr>
            <p:cNvPr id="10" name="Freeform 20">
              <a:extLst>
                <a:ext uri="{FF2B5EF4-FFF2-40B4-BE49-F238E27FC236}">
                  <a16:creationId xmlns:a16="http://schemas.microsoft.com/office/drawing/2014/main" id="{38C4B7CD-FB03-7D75-91B5-4644712E72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0738" y="5183187"/>
              <a:ext cx="2187575" cy="1674813"/>
            </a:xfrm>
            <a:custGeom>
              <a:avLst/>
              <a:gdLst>
                <a:gd name="T0" fmla="*/ 379 w 909"/>
                <a:gd name="T1" fmla="*/ 696 h 696"/>
                <a:gd name="T2" fmla="*/ 0 w 909"/>
                <a:gd name="T3" fmla="*/ 696 h 696"/>
                <a:gd name="T4" fmla="*/ 469 w 909"/>
                <a:gd name="T5" fmla="*/ 32 h 696"/>
                <a:gd name="T6" fmla="*/ 530 w 909"/>
                <a:gd name="T7" fmla="*/ 0 h 696"/>
                <a:gd name="T8" fmla="*/ 909 w 909"/>
                <a:gd name="T9" fmla="*/ 0 h 696"/>
                <a:gd name="T10" fmla="*/ 440 w 909"/>
                <a:gd name="T11" fmla="*/ 664 h 696"/>
                <a:gd name="T12" fmla="*/ 379 w 909"/>
                <a:gd name="T13" fmla="*/ 696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9" h="696">
                  <a:moveTo>
                    <a:pt x="379" y="696"/>
                  </a:moveTo>
                  <a:cubicBezTo>
                    <a:pt x="0" y="696"/>
                    <a:pt x="0" y="696"/>
                    <a:pt x="0" y="696"/>
                  </a:cubicBezTo>
                  <a:cubicBezTo>
                    <a:pt x="469" y="32"/>
                    <a:pt x="469" y="32"/>
                    <a:pt x="469" y="32"/>
                  </a:cubicBezTo>
                  <a:cubicBezTo>
                    <a:pt x="483" y="12"/>
                    <a:pt x="506" y="0"/>
                    <a:pt x="530" y="0"/>
                  </a:cubicBezTo>
                  <a:cubicBezTo>
                    <a:pt x="909" y="0"/>
                    <a:pt x="909" y="0"/>
                    <a:pt x="909" y="0"/>
                  </a:cubicBezTo>
                  <a:cubicBezTo>
                    <a:pt x="440" y="664"/>
                    <a:pt x="440" y="664"/>
                    <a:pt x="440" y="664"/>
                  </a:cubicBezTo>
                  <a:cubicBezTo>
                    <a:pt x="426" y="684"/>
                    <a:pt x="404" y="696"/>
                    <a:pt x="379" y="696"/>
                  </a:cubicBezTo>
                </a:path>
              </a:pathLst>
            </a:custGeom>
            <a:solidFill>
              <a:srgbClr val="38B3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648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4A771B0-08AA-7CE7-789C-E91D8D1C4C49}"/>
              </a:ext>
            </a:extLst>
          </p:cNvPr>
          <p:cNvSpPr/>
          <p:nvPr userDrawn="1"/>
        </p:nvSpPr>
        <p:spPr>
          <a:xfrm>
            <a:off x="0" y="1108253"/>
            <a:ext cx="1155700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84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2C4E80-6324-44FA-82E9-2056A8F77563}"/>
              </a:ext>
            </a:extLst>
          </p:cNvPr>
          <p:cNvGrpSpPr/>
          <p:nvPr userDrawn="1"/>
        </p:nvGrpSpPr>
        <p:grpSpPr>
          <a:xfrm>
            <a:off x="7914746" y="3947528"/>
            <a:ext cx="4277253" cy="2910472"/>
            <a:chOff x="4630738" y="1712912"/>
            <a:chExt cx="7561262" cy="5145088"/>
          </a:xfrm>
        </p:grpSpPr>
        <p:pic>
          <p:nvPicPr>
            <p:cNvPr id="7" name="Picture 18">
              <a:extLst>
                <a:ext uri="{FF2B5EF4-FFF2-40B4-BE49-F238E27FC236}">
                  <a16:creationId xmlns:a16="http://schemas.microsoft.com/office/drawing/2014/main" id="{9F08B164-7355-E70F-B3CE-03AEDDA20D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alphaModFix amt="50000"/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7975" y="1712912"/>
              <a:ext cx="6804025" cy="51450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8B34A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231F2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231F20"/>
                    </a:outerShdw>
                  </a:effectLst>
                </a14:hiddenEffects>
              </a:ext>
            </a:extLst>
          </p:spPr>
        </p:pic>
        <p:sp>
          <p:nvSpPr>
            <p:cNvPr id="10" name="Freeform 20">
              <a:extLst>
                <a:ext uri="{FF2B5EF4-FFF2-40B4-BE49-F238E27FC236}">
                  <a16:creationId xmlns:a16="http://schemas.microsoft.com/office/drawing/2014/main" id="{38C4B7CD-FB03-7D75-91B5-4644712E72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0738" y="5183187"/>
              <a:ext cx="2187575" cy="1674813"/>
            </a:xfrm>
            <a:custGeom>
              <a:avLst/>
              <a:gdLst>
                <a:gd name="T0" fmla="*/ 379 w 909"/>
                <a:gd name="T1" fmla="*/ 696 h 696"/>
                <a:gd name="T2" fmla="*/ 0 w 909"/>
                <a:gd name="T3" fmla="*/ 696 h 696"/>
                <a:gd name="T4" fmla="*/ 469 w 909"/>
                <a:gd name="T5" fmla="*/ 32 h 696"/>
                <a:gd name="T6" fmla="*/ 530 w 909"/>
                <a:gd name="T7" fmla="*/ 0 h 696"/>
                <a:gd name="T8" fmla="*/ 909 w 909"/>
                <a:gd name="T9" fmla="*/ 0 h 696"/>
                <a:gd name="T10" fmla="*/ 440 w 909"/>
                <a:gd name="T11" fmla="*/ 664 h 696"/>
                <a:gd name="T12" fmla="*/ 379 w 909"/>
                <a:gd name="T13" fmla="*/ 696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9" h="696">
                  <a:moveTo>
                    <a:pt x="379" y="696"/>
                  </a:moveTo>
                  <a:cubicBezTo>
                    <a:pt x="0" y="696"/>
                    <a:pt x="0" y="696"/>
                    <a:pt x="0" y="696"/>
                  </a:cubicBezTo>
                  <a:cubicBezTo>
                    <a:pt x="469" y="32"/>
                    <a:pt x="469" y="32"/>
                    <a:pt x="469" y="32"/>
                  </a:cubicBezTo>
                  <a:cubicBezTo>
                    <a:pt x="483" y="12"/>
                    <a:pt x="506" y="0"/>
                    <a:pt x="530" y="0"/>
                  </a:cubicBezTo>
                  <a:cubicBezTo>
                    <a:pt x="909" y="0"/>
                    <a:pt x="909" y="0"/>
                    <a:pt x="909" y="0"/>
                  </a:cubicBezTo>
                  <a:cubicBezTo>
                    <a:pt x="440" y="664"/>
                    <a:pt x="440" y="664"/>
                    <a:pt x="440" y="664"/>
                  </a:cubicBezTo>
                  <a:cubicBezTo>
                    <a:pt x="426" y="684"/>
                    <a:pt x="404" y="696"/>
                    <a:pt x="379" y="696"/>
                  </a:cubicBezTo>
                </a:path>
              </a:pathLst>
            </a:custGeom>
            <a:solidFill>
              <a:srgbClr val="38B3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6F5F13E-53A8-987F-5C4D-807E94779DA1}"/>
              </a:ext>
            </a:extLst>
          </p:cNvPr>
          <p:cNvSpPr/>
          <p:nvPr userDrawn="1"/>
        </p:nvSpPr>
        <p:spPr>
          <a:xfrm>
            <a:off x="0" y="6136563"/>
            <a:ext cx="3187581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84" noProof="0" dirty="0"/>
          </a:p>
        </p:txBody>
      </p:sp>
      <p:pic>
        <p:nvPicPr>
          <p:cNvPr id="6" name="Picture 5" descr="A black and green logo  Description automatically generated">
            <a:extLst>
              <a:ext uri="{FF2B5EF4-FFF2-40B4-BE49-F238E27FC236}">
                <a16:creationId xmlns:a16="http://schemas.microsoft.com/office/drawing/2014/main" id="{9DD5ED74-6ADE-5DCB-B0B3-565B66C1A2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911" y="1524001"/>
            <a:ext cx="3513992" cy="100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3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Title, Subtitle and 1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EE79BC-D20E-E17F-25E1-6FF72B0854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512027"/>
            <a:ext cx="10515600" cy="4093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931F8AD-A558-196E-6173-4151AAB5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D0F049E-3590-0F5B-CE70-F851F269F3A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018377"/>
            <a:ext cx="10515600" cy="3743782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F2A56B8-9A62-6020-535D-1634EB5E1C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864481"/>
            <a:ext cx="733425" cy="459493"/>
          </a:xfrm>
        </p:spPr>
        <p:txBody>
          <a:bodyPr lIns="0" tIns="0" rIns="0" bIns="45720" anchor="b" anchorCtr="0">
            <a:noAutofit/>
          </a:bodyPr>
          <a:lstStyle>
            <a:lvl1pPr marL="0" indent="0" algn="r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  <a:latin typeface="Instrument Sans Semi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0.0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41C538C-3B60-78ED-01AC-80306D595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037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2" userDrawn="1">
          <p15:clr>
            <a:srgbClr val="FBAE40"/>
          </p15:clr>
        </p15:guide>
        <p15:guide id="2" pos="528" userDrawn="1">
          <p15:clr>
            <a:srgbClr val="FBAE40"/>
          </p15:clr>
        </p15:guide>
        <p15:guide id="3" pos="71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931F8AD-A558-196E-6173-4151AAB5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10C45C6-7ADB-FCD8-AAAC-7071744FD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1F13CD5-8E29-E597-B7C4-4B4D9110C9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864481"/>
            <a:ext cx="733425" cy="459493"/>
          </a:xfrm>
        </p:spPr>
        <p:txBody>
          <a:bodyPr lIns="0" tIns="0" rIns="0" bIns="45720" anchor="b" anchorCtr="0">
            <a:noAutofit/>
          </a:bodyPr>
          <a:lstStyle>
            <a:lvl1pPr marL="0" indent="0" algn="r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  <a:latin typeface="Instrument Sans Semi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3848436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2" userDrawn="1">
          <p15:clr>
            <a:srgbClr val="FBAE40"/>
          </p15:clr>
        </p15:guide>
        <p15:guide id="2" pos="528" userDrawn="1">
          <p15:clr>
            <a:srgbClr val="FBAE40"/>
          </p15:clr>
        </p15:guide>
        <p15:guide id="3" pos="715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EE79BC-D20E-E17F-25E1-6FF72B0854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512027"/>
            <a:ext cx="5029200" cy="4093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931F8AD-A558-196E-6173-4151AAB5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D0F049E-3590-0F5B-CE70-F851F269F3A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018377"/>
            <a:ext cx="5029200" cy="3743782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D933556-91C6-FFD6-7A07-6712125FCE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4602" y="1512027"/>
            <a:ext cx="5029200" cy="4093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8E940E6D-6B8B-2DD3-CDCE-AFE596DC5F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24602" y="2018377"/>
            <a:ext cx="5029200" cy="3743782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22E7BBB-82C4-296D-3F58-A6736E28A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9204190-9431-A892-5710-6C0ED17444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864481"/>
            <a:ext cx="733425" cy="459493"/>
          </a:xfrm>
        </p:spPr>
        <p:txBody>
          <a:bodyPr lIns="0" tIns="0" rIns="0" bIns="45720" anchor="b" anchorCtr="0">
            <a:noAutofit/>
          </a:bodyPr>
          <a:lstStyle>
            <a:lvl1pPr marL="0" indent="0" algn="r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  <a:latin typeface="Instrument Sans Semi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1847664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2">
          <p15:clr>
            <a:srgbClr val="FBAE40"/>
          </p15:clr>
        </p15:guide>
        <p15:guide id="2" pos="528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with On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931F8AD-A558-196E-6173-4151AAB5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D0F049E-3590-0F5B-CE70-F851F269F3A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018377"/>
            <a:ext cx="5029200" cy="3743782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8E940E6D-6B8B-2DD3-CDCE-AFE596DC5F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24602" y="2018377"/>
            <a:ext cx="5029200" cy="3743782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75137F7-4ACD-C38D-3CEB-54E6568EB3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512027"/>
            <a:ext cx="10515600" cy="4093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DA046-2B16-2A5A-D841-FE3851413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524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2">
          <p15:clr>
            <a:srgbClr val="FBAE40"/>
          </p15:clr>
        </p15:guide>
        <p15:guide id="2" pos="528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EE80E4E9-DBD2-AECF-BBFF-B08BA7E047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4600" y="1825625"/>
            <a:ext cx="5029200" cy="4151376"/>
          </a:xfrm>
          <a:custGeom>
            <a:avLst/>
            <a:gdLst>
              <a:gd name="connsiteX0" fmla="*/ 0 w 16632936"/>
              <a:gd name="connsiteY0" fmla="*/ 0 h 13716000"/>
              <a:gd name="connsiteX1" fmla="*/ 143614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203695 w 16632936"/>
              <a:gd name="connsiteY2" fmla="*/ 282122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321295 w 16632936"/>
              <a:gd name="connsiteY3" fmla="*/ 1777093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062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246909 w 16632936"/>
              <a:gd name="connsiteY3" fmla="*/ 179251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4004"/>
              <a:gd name="connsiteY0" fmla="*/ 0 h 13716000"/>
              <a:gd name="connsiteX1" fmla="*/ 14971029 w 16634004"/>
              <a:gd name="connsiteY1" fmla="*/ 0 h 13716000"/>
              <a:gd name="connsiteX2" fmla="*/ 15357002 w 16634004"/>
              <a:gd name="connsiteY2" fmla="*/ 272143 h 13716000"/>
              <a:gd name="connsiteX3" fmla="*/ 16367559 w 16634004"/>
              <a:gd name="connsiteY3" fmla="*/ 1697264 h 13716000"/>
              <a:gd name="connsiteX4" fmla="*/ 16632936 w 16634004"/>
              <a:gd name="connsiteY4" fmla="*/ 2271507 h 13716000"/>
              <a:gd name="connsiteX5" fmla="*/ 16632936 w 16634004"/>
              <a:gd name="connsiteY5" fmla="*/ 13716000 h 13716000"/>
              <a:gd name="connsiteX6" fmla="*/ 16632936 w 16634004"/>
              <a:gd name="connsiteY6" fmla="*/ 13716000 h 13716000"/>
              <a:gd name="connsiteX7" fmla="*/ 2271507 w 16634004"/>
              <a:gd name="connsiteY7" fmla="*/ 13716000 h 13716000"/>
              <a:gd name="connsiteX8" fmla="*/ 0 w 16634004"/>
              <a:gd name="connsiteY8" fmla="*/ 11444493 h 13716000"/>
              <a:gd name="connsiteX9" fmla="*/ 0 w 16634004"/>
              <a:gd name="connsiteY9" fmla="*/ 0 h 13716000"/>
              <a:gd name="connsiteX0" fmla="*/ 0 w 16633466"/>
              <a:gd name="connsiteY0" fmla="*/ 0 h 13716000"/>
              <a:gd name="connsiteX1" fmla="*/ 14971029 w 16633466"/>
              <a:gd name="connsiteY1" fmla="*/ 0 h 13716000"/>
              <a:gd name="connsiteX2" fmla="*/ 15357002 w 16633466"/>
              <a:gd name="connsiteY2" fmla="*/ 272143 h 13716000"/>
              <a:gd name="connsiteX3" fmla="*/ 16367559 w 16633466"/>
              <a:gd name="connsiteY3" fmla="*/ 1697264 h 13716000"/>
              <a:gd name="connsiteX4" fmla="*/ 16632936 w 16633466"/>
              <a:gd name="connsiteY4" fmla="*/ 2271507 h 13716000"/>
              <a:gd name="connsiteX5" fmla="*/ 16632936 w 16633466"/>
              <a:gd name="connsiteY5" fmla="*/ 13716000 h 13716000"/>
              <a:gd name="connsiteX6" fmla="*/ 16632936 w 16633466"/>
              <a:gd name="connsiteY6" fmla="*/ 13716000 h 13716000"/>
              <a:gd name="connsiteX7" fmla="*/ 2271507 w 16633466"/>
              <a:gd name="connsiteY7" fmla="*/ 13716000 h 13716000"/>
              <a:gd name="connsiteX8" fmla="*/ 0 w 16633466"/>
              <a:gd name="connsiteY8" fmla="*/ 11444493 h 13716000"/>
              <a:gd name="connsiteX9" fmla="*/ 0 w 16633466"/>
              <a:gd name="connsiteY9" fmla="*/ 0 h 13716000"/>
              <a:gd name="connsiteX0" fmla="*/ 0 w 16633185"/>
              <a:gd name="connsiteY0" fmla="*/ 0 h 13716000"/>
              <a:gd name="connsiteX1" fmla="*/ 14971029 w 16633185"/>
              <a:gd name="connsiteY1" fmla="*/ 0 h 13716000"/>
              <a:gd name="connsiteX2" fmla="*/ 15357002 w 16633185"/>
              <a:gd name="connsiteY2" fmla="*/ 272143 h 13716000"/>
              <a:gd name="connsiteX3" fmla="*/ 16367559 w 16633185"/>
              <a:gd name="connsiteY3" fmla="*/ 1697264 h 13716000"/>
              <a:gd name="connsiteX4" fmla="*/ 16632936 w 16633185"/>
              <a:gd name="connsiteY4" fmla="*/ 2271507 h 13716000"/>
              <a:gd name="connsiteX5" fmla="*/ 16632936 w 16633185"/>
              <a:gd name="connsiteY5" fmla="*/ 13716000 h 13716000"/>
              <a:gd name="connsiteX6" fmla="*/ 16632936 w 16633185"/>
              <a:gd name="connsiteY6" fmla="*/ 13716000 h 13716000"/>
              <a:gd name="connsiteX7" fmla="*/ 2271507 w 16633185"/>
              <a:gd name="connsiteY7" fmla="*/ 13716000 h 13716000"/>
              <a:gd name="connsiteX8" fmla="*/ 0 w 16633185"/>
              <a:gd name="connsiteY8" fmla="*/ 11444493 h 13716000"/>
              <a:gd name="connsiteX9" fmla="*/ 0 w 16633185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3015"/>
              <a:gd name="connsiteY0" fmla="*/ 0 h 13716000"/>
              <a:gd name="connsiteX1" fmla="*/ 14971029 w 16633015"/>
              <a:gd name="connsiteY1" fmla="*/ 0 h 13716000"/>
              <a:gd name="connsiteX2" fmla="*/ 15357002 w 16633015"/>
              <a:gd name="connsiteY2" fmla="*/ 272143 h 13716000"/>
              <a:gd name="connsiteX3" fmla="*/ 16367559 w 16633015"/>
              <a:gd name="connsiteY3" fmla="*/ 1697264 h 13716000"/>
              <a:gd name="connsiteX4" fmla="*/ 16632936 w 16633015"/>
              <a:gd name="connsiteY4" fmla="*/ 2271507 h 13716000"/>
              <a:gd name="connsiteX5" fmla="*/ 16632936 w 16633015"/>
              <a:gd name="connsiteY5" fmla="*/ 13716000 h 13716000"/>
              <a:gd name="connsiteX6" fmla="*/ 16632936 w 16633015"/>
              <a:gd name="connsiteY6" fmla="*/ 13716000 h 13716000"/>
              <a:gd name="connsiteX7" fmla="*/ 2271507 w 16633015"/>
              <a:gd name="connsiteY7" fmla="*/ 13716000 h 13716000"/>
              <a:gd name="connsiteX8" fmla="*/ 0 w 16633015"/>
              <a:gd name="connsiteY8" fmla="*/ 11444493 h 13716000"/>
              <a:gd name="connsiteX9" fmla="*/ 0 w 16633015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173699 w 16633092"/>
              <a:gd name="connsiteY8" fmla="*/ 11626510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380993 w 16633092"/>
              <a:gd name="connsiteY8" fmla="*/ 1339339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33092" h="13716000">
                <a:moveTo>
                  <a:pt x="0" y="0"/>
                </a:moveTo>
                <a:lnTo>
                  <a:pt x="14971029" y="0"/>
                </a:lnTo>
                <a:cubicBezTo>
                  <a:pt x="15109212" y="4989"/>
                  <a:pt x="15199768" y="26648"/>
                  <a:pt x="15357002" y="272143"/>
                </a:cubicBezTo>
                <a:lnTo>
                  <a:pt x="16367559" y="1697264"/>
                </a:lnTo>
                <a:cubicBezTo>
                  <a:pt x="16587781" y="2001390"/>
                  <a:pt x="16632583" y="2016594"/>
                  <a:pt x="16632936" y="2271507"/>
                </a:cubicBezTo>
                <a:cubicBezTo>
                  <a:pt x="16633289" y="2526420"/>
                  <a:pt x="16632936" y="9901169"/>
                  <a:pt x="16632936" y="13716000"/>
                </a:cubicBezTo>
                <a:lnTo>
                  <a:pt x="16632936" y="13716000"/>
                </a:lnTo>
                <a:lnTo>
                  <a:pt x="1645238" y="13716000"/>
                </a:lnTo>
                <a:cubicBezTo>
                  <a:pt x="1516674" y="13714829"/>
                  <a:pt x="1414307" y="13670794"/>
                  <a:pt x="1238118" y="13412448"/>
                </a:cubicBezTo>
                <a:lnTo>
                  <a:pt x="92737" y="11788435"/>
                </a:lnTo>
                <a:cubicBezTo>
                  <a:pt x="14200" y="11671407"/>
                  <a:pt x="2337" y="11654390"/>
                  <a:pt x="0" y="11444493"/>
                </a:cubicBez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>
              <a:defRPr lang="en-US" b="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 algn="ctr"/>
            <a:r>
              <a:rPr lang="en-US" noProof="0"/>
              <a:t>Click icon to add picture</a:t>
            </a:r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0B3B8-50D7-C456-2288-B6366FCC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EFD5E-8A0D-DCCD-F16B-96D69B868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29200" cy="4168513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4FE51A1-5482-6F22-EA7D-1862D5C03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FD7422D-7E27-48BE-22BF-638D94C019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864481"/>
            <a:ext cx="733425" cy="459493"/>
          </a:xfrm>
        </p:spPr>
        <p:txBody>
          <a:bodyPr lIns="0" tIns="0" rIns="0" bIns="45720" anchor="b" anchorCtr="0">
            <a:noAutofit/>
          </a:bodyPr>
          <a:lstStyle>
            <a:lvl1pPr marL="0" indent="0" algn="r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  <a:latin typeface="Instrument Sans Semi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350635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with Picture and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EE79BC-D20E-E17F-25E1-6FF72B0854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512027"/>
            <a:ext cx="5029200" cy="4093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931F8AD-A558-196E-6173-4151AAB5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D0F049E-3590-0F5B-CE70-F851F269F3A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018377"/>
            <a:ext cx="5029200" cy="3743782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D933556-91C6-FFD6-7A07-6712125FCE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4602" y="1512027"/>
            <a:ext cx="5029200" cy="4093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2A76B016-B2A3-ED69-08D0-8FFB67C06A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24600" y="2018377"/>
            <a:ext cx="5029560" cy="3958624"/>
          </a:xfrm>
          <a:custGeom>
            <a:avLst/>
            <a:gdLst>
              <a:gd name="connsiteX0" fmla="*/ 0 w 16632936"/>
              <a:gd name="connsiteY0" fmla="*/ 0 h 13716000"/>
              <a:gd name="connsiteX1" fmla="*/ 143614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203695 w 16632936"/>
              <a:gd name="connsiteY2" fmla="*/ 282122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321295 w 16632936"/>
              <a:gd name="connsiteY3" fmla="*/ 1777093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062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246909 w 16632936"/>
              <a:gd name="connsiteY3" fmla="*/ 179251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4004"/>
              <a:gd name="connsiteY0" fmla="*/ 0 h 13716000"/>
              <a:gd name="connsiteX1" fmla="*/ 14971029 w 16634004"/>
              <a:gd name="connsiteY1" fmla="*/ 0 h 13716000"/>
              <a:gd name="connsiteX2" fmla="*/ 15357002 w 16634004"/>
              <a:gd name="connsiteY2" fmla="*/ 272143 h 13716000"/>
              <a:gd name="connsiteX3" fmla="*/ 16367559 w 16634004"/>
              <a:gd name="connsiteY3" fmla="*/ 1697264 h 13716000"/>
              <a:gd name="connsiteX4" fmla="*/ 16632936 w 16634004"/>
              <a:gd name="connsiteY4" fmla="*/ 2271507 h 13716000"/>
              <a:gd name="connsiteX5" fmla="*/ 16632936 w 16634004"/>
              <a:gd name="connsiteY5" fmla="*/ 13716000 h 13716000"/>
              <a:gd name="connsiteX6" fmla="*/ 16632936 w 16634004"/>
              <a:gd name="connsiteY6" fmla="*/ 13716000 h 13716000"/>
              <a:gd name="connsiteX7" fmla="*/ 2271507 w 16634004"/>
              <a:gd name="connsiteY7" fmla="*/ 13716000 h 13716000"/>
              <a:gd name="connsiteX8" fmla="*/ 0 w 16634004"/>
              <a:gd name="connsiteY8" fmla="*/ 11444493 h 13716000"/>
              <a:gd name="connsiteX9" fmla="*/ 0 w 16634004"/>
              <a:gd name="connsiteY9" fmla="*/ 0 h 13716000"/>
              <a:gd name="connsiteX0" fmla="*/ 0 w 16633466"/>
              <a:gd name="connsiteY0" fmla="*/ 0 h 13716000"/>
              <a:gd name="connsiteX1" fmla="*/ 14971029 w 16633466"/>
              <a:gd name="connsiteY1" fmla="*/ 0 h 13716000"/>
              <a:gd name="connsiteX2" fmla="*/ 15357002 w 16633466"/>
              <a:gd name="connsiteY2" fmla="*/ 272143 h 13716000"/>
              <a:gd name="connsiteX3" fmla="*/ 16367559 w 16633466"/>
              <a:gd name="connsiteY3" fmla="*/ 1697264 h 13716000"/>
              <a:gd name="connsiteX4" fmla="*/ 16632936 w 16633466"/>
              <a:gd name="connsiteY4" fmla="*/ 2271507 h 13716000"/>
              <a:gd name="connsiteX5" fmla="*/ 16632936 w 16633466"/>
              <a:gd name="connsiteY5" fmla="*/ 13716000 h 13716000"/>
              <a:gd name="connsiteX6" fmla="*/ 16632936 w 16633466"/>
              <a:gd name="connsiteY6" fmla="*/ 13716000 h 13716000"/>
              <a:gd name="connsiteX7" fmla="*/ 2271507 w 16633466"/>
              <a:gd name="connsiteY7" fmla="*/ 13716000 h 13716000"/>
              <a:gd name="connsiteX8" fmla="*/ 0 w 16633466"/>
              <a:gd name="connsiteY8" fmla="*/ 11444493 h 13716000"/>
              <a:gd name="connsiteX9" fmla="*/ 0 w 16633466"/>
              <a:gd name="connsiteY9" fmla="*/ 0 h 13716000"/>
              <a:gd name="connsiteX0" fmla="*/ 0 w 16633185"/>
              <a:gd name="connsiteY0" fmla="*/ 0 h 13716000"/>
              <a:gd name="connsiteX1" fmla="*/ 14971029 w 16633185"/>
              <a:gd name="connsiteY1" fmla="*/ 0 h 13716000"/>
              <a:gd name="connsiteX2" fmla="*/ 15357002 w 16633185"/>
              <a:gd name="connsiteY2" fmla="*/ 272143 h 13716000"/>
              <a:gd name="connsiteX3" fmla="*/ 16367559 w 16633185"/>
              <a:gd name="connsiteY3" fmla="*/ 1697264 h 13716000"/>
              <a:gd name="connsiteX4" fmla="*/ 16632936 w 16633185"/>
              <a:gd name="connsiteY4" fmla="*/ 2271507 h 13716000"/>
              <a:gd name="connsiteX5" fmla="*/ 16632936 w 16633185"/>
              <a:gd name="connsiteY5" fmla="*/ 13716000 h 13716000"/>
              <a:gd name="connsiteX6" fmla="*/ 16632936 w 16633185"/>
              <a:gd name="connsiteY6" fmla="*/ 13716000 h 13716000"/>
              <a:gd name="connsiteX7" fmla="*/ 2271507 w 16633185"/>
              <a:gd name="connsiteY7" fmla="*/ 13716000 h 13716000"/>
              <a:gd name="connsiteX8" fmla="*/ 0 w 16633185"/>
              <a:gd name="connsiteY8" fmla="*/ 11444493 h 13716000"/>
              <a:gd name="connsiteX9" fmla="*/ 0 w 16633185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3015"/>
              <a:gd name="connsiteY0" fmla="*/ 0 h 13716000"/>
              <a:gd name="connsiteX1" fmla="*/ 14971029 w 16633015"/>
              <a:gd name="connsiteY1" fmla="*/ 0 h 13716000"/>
              <a:gd name="connsiteX2" fmla="*/ 15357002 w 16633015"/>
              <a:gd name="connsiteY2" fmla="*/ 272143 h 13716000"/>
              <a:gd name="connsiteX3" fmla="*/ 16367559 w 16633015"/>
              <a:gd name="connsiteY3" fmla="*/ 1697264 h 13716000"/>
              <a:gd name="connsiteX4" fmla="*/ 16632936 w 16633015"/>
              <a:gd name="connsiteY4" fmla="*/ 2271507 h 13716000"/>
              <a:gd name="connsiteX5" fmla="*/ 16632936 w 16633015"/>
              <a:gd name="connsiteY5" fmla="*/ 13716000 h 13716000"/>
              <a:gd name="connsiteX6" fmla="*/ 16632936 w 16633015"/>
              <a:gd name="connsiteY6" fmla="*/ 13716000 h 13716000"/>
              <a:gd name="connsiteX7" fmla="*/ 2271507 w 16633015"/>
              <a:gd name="connsiteY7" fmla="*/ 13716000 h 13716000"/>
              <a:gd name="connsiteX8" fmla="*/ 0 w 16633015"/>
              <a:gd name="connsiteY8" fmla="*/ 11444493 h 13716000"/>
              <a:gd name="connsiteX9" fmla="*/ 0 w 16633015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173699 w 16633092"/>
              <a:gd name="connsiteY8" fmla="*/ 11626510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380993 w 16633092"/>
              <a:gd name="connsiteY8" fmla="*/ 1339339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367559 w 16632937"/>
              <a:gd name="connsiteY3" fmla="*/ 1697264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40703"/>
              <a:gd name="connsiteY0" fmla="*/ 0 h 13716000"/>
              <a:gd name="connsiteX1" fmla="*/ 14971029 w 16640703"/>
              <a:gd name="connsiteY1" fmla="*/ 0 h 13716000"/>
              <a:gd name="connsiteX2" fmla="*/ 15357002 w 16640703"/>
              <a:gd name="connsiteY2" fmla="*/ 272143 h 13716000"/>
              <a:gd name="connsiteX3" fmla="*/ 16454190 w 16640703"/>
              <a:gd name="connsiteY3" fmla="*/ 2081238 h 13716000"/>
              <a:gd name="connsiteX4" fmla="*/ 16625062 w 16640703"/>
              <a:gd name="connsiteY4" fmla="*/ 3485943 h 13716000"/>
              <a:gd name="connsiteX5" fmla="*/ 16632936 w 16640703"/>
              <a:gd name="connsiteY5" fmla="*/ 13716000 h 13716000"/>
              <a:gd name="connsiteX6" fmla="*/ 16632936 w 16640703"/>
              <a:gd name="connsiteY6" fmla="*/ 13716000 h 13716000"/>
              <a:gd name="connsiteX7" fmla="*/ 1645238 w 16640703"/>
              <a:gd name="connsiteY7" fmla="*/ 13716000 h 13716000"/>
              <a:gd name="connsiteX8" fmla="*/ 1238118 w 16640703"/>
              <a:gd name="connsiteY8" fmla="*/ 13412448 h 13716000"/>
              <a:gd name="connsiteX9" fmla="*/ 92737 w 16640703"/>
              <a:gd name="connsiteY9" fmla="*/ 11788435 h 13716000"/>
              <a:gd name="connsiteX10" fmla="*/ 0 w 16640703"/>
              <a:gd name="connsiteY10" fmla="*/ 11444493 h 13716000"/>
              <a:gd name="connsiteX11" fmla="*/ 0 w 16640703"/>
              <a:gd name="connsiteY11" fmla="*/ 0 h 13716000"/>
              <a:gd name="connsiteX0" fmla="*/ 0 w 16644119"/>
              <a:gd name="connsiteY0" fmla="*/ 0 h 13716000"/>
              <a:gd name="connsiteX1" fmla="*/ 14971029 w 16644119"/>
              <a:gd name="connsiteY1" fmla="*/ 0 h 13716000"/>
              <a:gd name="connsiteX2" fmla="*/ 15357002 w 16644119"/>
              <a:gd name="connsiteY2" fmla="*/ 272143 h 13716000"/>
              <a:gd name="connsiteX3" fmla="*/ 16454190 w 16644119"/>
              <a:gd name="connsiteY3" fmla="*/ 2081238 h 13716000"/>
              <a:gd name="connsiteX4" fmla="*/ 16625062 w 16644119"/>
              <a:gd name="connsiteY4" fmla="*/ 3485943 h 13716000"/>
              <a:gd name="connsiteX5" fmla="*/ 16632936 w 16644119"/>
              <a:gd name="connsiteY5" fmla="*/ 13716000 h 13716000"/>
              <a:gd name="connsiteX6" fmla="*/ 16632936 w 16644119"/>
              <a:gd name="connsiteY6" fmla="*/ 13716000 h 13716000"/>
              <a:gd name="connsiteX7" fmla="*/ 1645238 w 16644119"/>
              <a:gd name="connsiteY7" fmla="*/ 13716000 h 13716000"/>
              <a:gd name="connsiteX8" fmla="*/ 1238118 w 16644119"/>
              <a:gd name="connsiteY8" fmla="*/ 13412448 h 13716000"/>
              <a:gd name="connsiteX9" fmla="*/ 92737 w 16644119"/>
              <a:gd name="connsiteY9" fmla="*/ 11788435 h 13716000"/>
              <a:gd name="connsiteX10" fmla="*/ 0 w 16644119"/>
              <a:gd name="connsiteY10" fmla="*/ 11444493 h 13716000"/>
              <a:gd name="connsiteX11" fmla="*/ 0 w 16644119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78724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45511"/>
              <a:gd name="connsiteY0" fmla="*/ 0 h 13716000"/>
              <a:gd name="connsiteX1" fmla="*/ 14971029 w 16645511"/>
              <a:gd name="connsiteY1" fmla="*/ 0 h 13716000"/>
              <a:gd name="connsiteX2" fmla="*/ 15357002 w 16645511"/>
              <a:gd name="connsiteY2" fmla="*/ 272143 h 13716000"/>
              <a:gd name="connsiteX3" fmla="*/ 16454190 w 16645511"/>
              <a:gd name="connsiteY3" fmla="*/ 2081238 h 13716000"/>
              <a:gd name="connsiteX4" fmla="*/ 16640815 w 16645511"/>
              <a:gd name="connsiteY4" fmla="*/ 2860867 h 13716000"/>
              <a:gd name="connsiteX5" fmla="*/ 16632936 w 16645511"/>
              <a:gd name="connsiteY5" fmla="*/ 13716000 h 13716000"/>
              <a:gd name="connsiteX6" fmla="*/ 16632936 w 16645511"/>
              <a:gd name="connsiteY6" fmla="*/ 13716000 h 13716000"/>
              <a:gd name="connsiteX7" fmla="*/ 1645238 w 16645511"/>
              <a:gd name="connsiteY7" fmla="*/ 13716000 h 13716000"/>
              <a:gd name="connsiteX8" fmla="*/ 1238118 w 16645511"/>
              <a:gd name="connsiteY8" fmla="*/ 13412448 h 13716000"/>
              <a:gd name="connsiteX9" fmla="*/ 92737 w 16645511"/>
              <a:gd name="connsiteY9" fmla="*/ 11788435 h 13716000"/>
              <a:gd name="connsiteX10" fmla="*/ 0 w 16645511"/>
              <a:gd name="connsiteY10" fmla="*/ 11444493 h 13716000"/>
              <a:gd name="connsiteX11" fmla="*/ 0 w 16645511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5193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373046 w 16632937"/>
              <a:gd name="connsiteY4" fmla="*/ 2905518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87243 w 16634283"/>
              <a:gd name="connsiteY9" fmla="*/ 11591982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34283" h="13716000">
                <a:moveTo>
                  <a:pt x="0" y="0"/>
                </a:moveTo>
                <a:lnTo>
                  <a:pt x="14971029" y="0"/>
                </a:lnTo>
                <a:cubicBezTo>
                  <a:pt x="15109212" y="4989"/>
                  <a:pt x="15199768" y="26648"/>
                  <a:pt x="15357002" y="272143"/>
                </a:cubicBezTo>
                <a:lnTo>
                  <a:pt x="16454190" y="2081238"/>
                </a:lnTo>
                <a:cubicBezTo>
                  <a:pt x="16666539" y="2456804"/>
                  <a:pt x="16611023" y="2439787"/>
                  <a:pt x="16625062" y="2905518"/>
                </a:cubicBezTo>
                <a:cubicBezTo>
                  <a:pt x="16639101" y="3371249"/>
                  <a:pt x="16632936" y="9901169"/>
                  <a:pt x="16632936" y="13716000"/>
                </a:cubicBezTo>
                <a:lnTo>
                  <a:pt x="16632936" y="13716000"/>
                </a:lnTo>
                <a:lnTo>
                  <a:pt x="1645238" y="13716000"/>
                </a:lnTo>
                <a:cubicBezTo>
                  <a:pt x="1516674" y="13714829"/>
                  <a:pt x="1414307" y="13670794"/>
                  <a:pt x="1238118" y="13412448"/>
                </a:cubicBezTo>
                <a:lnTo>
                  <a:pt x="100611" y="11556263"/>
                </a:lnTo>
                <a:cubicBezTo>
                  <a:pt x="6320" y="11367799"/>
                  <a:pt x="2338" y="11270416"/>
                  <a:pt x="0" y="10998008"/>
                </a:cubicBez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ctr">
              <a:defRPr lang="en-US" b="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 algn="ctr"/>
            <a:r>
              <a:rPr lang="en-US" noProof="0"/>
              <a:t>Click icon to add picture</a:t>
            </a:r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3127E-97CC-80DC-D3A4-780104885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DE4793D-C415-DD09-87E0-F559BAACE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864481"/>
            <a:ext cx="733425" cy="459493"/>
          </a:xfrm>
        </p:spPr>
        <p:txBody>
          <a:bodyPr lIns="0" tIns="0" rIns="0" bIns="45720" anchor="b" anchorCtr="0">
            <a:noAutofit/>
          </a:bodyPr>
          <a:lstStyle>
            <a:lvl1pPr marL="0" indent="0" algn="r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  <a:latin typeface="Instrument Sans Semi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1216414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2">
          <p15:clr>
            <a:srgbClr val="FBAE40"/>
          </p15:clr>
        </p15:guide>
        <p15:guide id="2" pos="528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Photos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5">
            <a:extLst>
              <a:ext uri="{FF2B5EF4-FFF2-40B4-BE49-F238E27FC236}">
                <a16:creationId xmlns:a16="http://schemas.microsoft.com/office/drawing/2014/main" id="{95B58D5F-3E0A-0D59-C7C3-B5E229ED420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55292" y="4143375"/>
            <a:ext cx="5031740" cy="1828800"/>
          </a:xfrm>
          <a:custGeom>
            <a:avLst/>
            <a:gdLst>
              <a:gd name="connsiteX0" fmla="*/ 0 w 16632936"/>
              <a:gd name="connsiteY0" fmla="*/ 0 h 13716000"/>
              <a:gd name="connsiteX1" fmla="*/ 143614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203695 w 16632936"/>
              <a:gd name="connsiteY2" fmla="*/ 282122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321295 w 16632936"/>
              <a:gd name="connsiteY3" fmla="*/ 1777093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062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246909 w 16632936"/>
              <a:gd name="connsiteY3" fmla="*/ 179251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4004"/>
              <a:gd name="connsiteY0" fmla="*/ 0 h 13716000"/>
              <a:gd name="connsiteX1" fmla="*/ 14971029 w 16634004"/>
              <a:gd name="connsiteY1" fmla="*/ 0 h 13716000"/>
              <a:gd name="connsiteX2" fmla="*/ 15357002 w 16634004"/>
              <a:gd name="connsiteY2" fmla="*/ 272143 h 13716000"/>
              <a:gd name="connsiteX3" fmla="*/ 16367559 w 16634004"/>
              <a:gd name="connsiteY3" fmla="*/ 1697264 h 13716000"/>
              <a:gd name="connsiteX4" fmla="*/ 16632936 w 16634004"/>
              <a:gd name="connsiteY4" fmla="*/ 2271507 h 13716000"/>
              <a:gd name="connsiteX5" fmla="*/ 16632936 w 16634004"/>
              <a:gd name="connsiteY5" fmla="*/ 13716000 h 13716000"/>
              <a:gd name="connsiteX6" fmla="*/ 16632936 w 16634004"/>
              <a:gd name="connsiteY6" fmla="*/ 13716000 h 13716000"/>
              <a:gd name="connsiteX7" fmla="*/ 2271507 w 16634004"/>
              <a:gd name="connsiteY7" fmla="*/ 13716000 h 13716000"/>
              <a:gd name="connsiteX8" fmla="*/ 0 w 16634004"/>
              <a:gd name="connsiteY8" fmla="*/ 11444493 h 13716000"/>
              <a:gd name="connsiteX9" fmla="*/ 0 w 16634004"/>
              <a:gd name="connsiteY9" fmla="*/ 0 h 13716000"/>
              <a:gd name="connsiteX0" fmla="*/ 0 w 16633466"/>
              <a:gd name="connsiteY0" fmla="*/ 0 h 13716000"/>
              <a:gd name="connsiteX1" fmla="*/ 14971029 w 16633466"/>
              <a:gd name="connsiteY1" fmla="*/ 0 h 13716000"/>
              <a:gd name="connsiteX2" fmla="*/ 15357002 w 16633466"/>
              <a:gd name="connsiteY2" fmla="*/ 272143 h 13716000"/>
              <a:gd name="connsiteX3" fmla="*/ 16367559 w 16633466"/>
              <a:gd name="connsiteY3" fmla="*/ 1697264 h 13716000"/>
              <a:gd name="connsiteX4" fmla="*/ 16632936 w 16633466"/>
              <a:gd name="connsiteY4" fmla="*/ 2271507 h 13716000"/>
              <a:gd name="connsiteX5" fmla="*/ 16632936 w 16633466"/>
              <a:gd name="connsiteY5" fmla="*/ 13716000 h 13716000"/>
              <a:gd name="connsiteX6" fmla="*/ 16632936 w 16633466"/>
              <a:gd name="connsiteY6" fmla="*/ 13716000 h 13716000"/>
              <a:gd name="connsiteX7" fmla="*/ 2271507 w 16633466"/>
              <a:gd name="connsiteY7" fmla="*/ 13716000 h 13716000"/>
              <a:gd name="connsiteX8" fmla="*/ 0 w 16633466"/>
              <a:gd name="connsiteY8" fmla="*/ 11444493 h 13716000"/>
              <a:gd name="connsiteX9" fmla="*/ 0 w 16633466"/>
              <a:gd name="connsiteY9" fmla="*/ 0 h 13716000"/>
              <a:gd name="connsiteX0" fmla="*/ 0 w 16633185"/>
              <a:gd name="connsiteY0" fmla="*/ 0 h 13716000"/>
              <a:gd name="connsiteX1" fmla="*/ 14971029 w 16633185"/>
              <a:gd name="connsiteY1" fmla="*/ 0 h 13716000"/>
              <a:gd name="connsiteX2" fmla="*/ 15357002 w 16633185"/>
              <a:gd name="connsiteY2" fmla="*/ 272143 h 13716000"/>
              <a:gd name="connsiteX3" fmla="*/ 16367559 w 16633185"/>
              <a:gd name="connsiteY3" fmla="*/ 1697264 h 13716000"/>
              <a:gd name="connsiteX4" fmla="*/ 16632936 w 16633185"/>
              <a:gd name="connsiteY4" fmla="*/ 2271507 h 13716000"/>
              <a:gd name="connsiteX5" fmla="*/ 16632936 w 16633185"/>
              <a:gd name="connsiteY5" fmla="*/ 13716000 h 13716000"/>
              <a:gd name="connsiteX6" fmla="*/ 16632936 w 16633185"/>
              <a:gd name="connsiteY6" fmla="*/ 13716000 h 13716000"/>
              <a:gd name="connsiteX7" fmla="*/ 2271507 w 16633185"/>
              <a:gd name="connsiteY7" fmla="*/ 13716000 h 13716000"/>
              <a:gd name="connsiteX8" fmla="*/ 0 w 16633185"/>
              <a:gd name="connsiteY8" fmla="*/ 11444493 h 13716000"/>
              <a:gd name="connsiteX9" fmla="*/ 0 w 16633185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3015"/>
              <a:gd name="connsiteY0" fmla="*/ 0 h 13716000"/>
              <a:gd name="connsiteX1" fmla="*/ 14971029 w 16633015"/>
              <a:gd name="connsiteY1" fmla="*/ 0 h 13716000"/>
              <a:gd name="connsiteX2" fmla="*/ 15357002 w 16633015"/>
              <a:gd name="connsiteY2" fmla="*/ 272143 h 13716000"/>
              <a:gd name="connsiteX3" fmla="*/ 16367559 w 16633015"/>
              <a:gd name="connsiteY3" fmla="*/ 1697264 h 13716000"/>
              <a:gd name="connsiteX4" fmla="*/ 16632936 w 16633015"/>
              <a:gd name="connsiteY4" fmla="*/ 2271507 h 13716000"/>
              <a:gd name="connsiteX5" fmla="*/ 16632936 w 16633015"/>
              <a:gd name="connsiteY5" fmla="*/ 13716000 h 13716000"/>
              <a:gd name="connsiteX6" fmla="*/ 16632936 w 16633015"/>
              <a:gd name="connsiteY6" fmla="*/ 13716000 h 13716000"/>
              <a:gd name="connsiteX7" fmla="*/ 2271507 w 16633015"/>
              <a:gd name="connsiteY7" fmla="*/ 13716000 h 13716000"/>
              <a:gd name="connsiteX8" fmla="*/ 0 w 16633015"/>
              <a:gd name="connsiteY8" fmla="*/ 11444493 h 13716000"/>
              <a:gd name="connsiteX9" fmla="*/ 0 w 16633015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173699 w 16633092"/>
              <a:gd name="connsiteY8" fmla="*/ 11626510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380993 w 16633092"/>
              <a:gd name="connsiteY8" fmla="*/ 1339339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367559 w 16632937"/>
              <a:gd name="connsiteY3" fmla="*/ 1697264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40703"/>
              <a:gd name="connsiteY0" fmla="*/ 0 h 13716000"/>
              <a:gd name="connsiteX1" fmla="*/ 14971029 w 16640703"/>
              <a:gd name="connsiteY1" fmla="*/ 0 h 13716000"/>
              <a:gd name="connsiteX2" fmla="*/ 15357002 w 16640703"/>
              <a:gd name="connsiteY2" fmla="*/ 272143 h 13716000"/>
              <a:gd name="connsiteX3" fmla="*/ 16454190 w 16640703"/>
              <a:gd name="connsiteY3" fmla="*/ 2081238 h 13716000"/>
              <a:gd name="connsiteX4" fmla="*/ 16625062 w 16640703"/>
              <a:gd name="connsiteY4" fmla="*/ 3485943 h 13716000"/>
              <a:gd name="connsiteX5" fmla="*/ 16632936 w 16640703"/>
              <a:gd name="connsiteY5" fmla="*/ 13716000 h 13716000"/>
              <a:gd name="connsiteX6" fmla="*/ 16632936 w 16640703"/>
              <a:gd name="connsiteY6" fmla="*/ 13716000 h 13716000"/>
              <a:gd name="connsiteX7" fmla="*/ 1645238 w 16640703"/>
              <a:gd name="connsiteY7" fmla="*/ 13716000 h 13716000"/>
              <a:gd name="connsiteX8" fmla="*/ 1238118 w 16640703"/>
              <a:gd name="connsiteY8" fmla="*/ 13412448 h 13716000"/>
              <a:gd name="connsiteX9" fmla="*/ 92737 w 16640703"/>
              <a:gd name="connsiteY9" fmla="*/ 11788435 h 13716000"/>
              <a:gd name="connsiteX10" fmla="*/ 0 w 16640703"/>
              <a:gd name="connsiteY10" fmla="*/ 11444493 h 13716000"/>
              <a:gd name="connsiteX11" fmla="*/ 0 w 16640703"/>
              <a:gd name="connsiteY11" fmla="*/ 0 h 13716000"/>
              <a:gd name="connsiteX0" fmla="*/ 0 w 16644119"/>
              <a:gd name="connsiteY0" fmla="*/ 0 h 13716000"/>
              <a:gd name="connsiteX1" fmla="*/ 14971029 w 16644119"/>
              <a:gd name="connsiteY1" fmla="*/ 0 h 13716000"/>
              <a:gd name="connsiteX2" fmla="*/ 15357002 w 16644119"/>
              <a:gd name="connsiteY2" fmla="*/ 272143 h 13716000"/>
              <a:gd name="connsiteX3" fmla="*/ 16454190 w 16644119"/>
              <a:gd name="connsiteY3" fmla="*/ 2081238 h 13716000"/>
              <a:gd name="connsiteX4" fmla="*/ 16625062 w 16644119"/>
              <a:gd name="connsiteY4" fmla="*/ 3485943 h 13716000"/>
              <a:gd name="connsiteX5" fmla="*/ 16632936 w 16644119"/>
              <a:gd name="connsiteY5" fmla="*/ 13716000 h 13716000"/>
              <a:gd name="connsiteX6" fmla="*/ 16632936 w 16644119"/>
              <a:gd name="connsiteY6" fmla="*/ 13716000 h 13716000"/>
              <a:gd name="connsiteX7" fmla="*/ 1645238 w 16644119"/>
              <a:gd name="connsiteY7" fmla="*/ 13716000 h 13716000"/>
              <a:gd name="connsiteX8" fmla="*/ 1238118 w 16644119"/>
              <a:gd name="connsiteY8" fmla="*/ 13412448 h 13716000"/>
              <a:gd name="connsiteX9" fmla="*/ 92737 w 16644119"/>
              <a:gd name="connsiteY9" fmla="*/ 11788435 h 13716000"/>
              <a:gd name="connsiteX10" fmla="*/ 0 w 16644119"/>
              <a:gd name="connsiteY10" fmla="*/ 11444493 h 13716000"/>
              <a:gd name="connsiteX11" fmla="*/ 0 w 16644119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78724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45511"/>
              <a:gd name="connsiteY0" fmla="*/ 0 h 13716000"/>
              <a:gd name="connsiteX1" fmla="*/ 14971029 w 16645511"/>
              <a:gd name="connsiteY1" fmla="*/ 0 h 13716000"/>
              <a:gd name="connsiteX2" fmla="*/ 15357002 w 16645511"/>
              <a:gd name="connsiteY2" fmla="*/ 272143 h 13716000"/>
              <a:gd name="connsiteX3" fmla="*/ 16454190 w 16645511"/>
              <a:gd name="connsiteY3" fmla="*/ 2081238 h 13716000"/>
              <a:gd name="connsiteX4" fmla="*/ 16640815 w 16645511"/>
              <a:gd name="connsiteY4" fmla="*/ 2860867 h 13716000"/>
              <a:gd name="connsiteX5" fmla="*/ 16632936 w 16645511"/>
              <a:gd name="connsiteY5" fmla="*/ 13716000 h 13716000"/>
              <a:gd name="connsiteX6" fmla="*/ 16632936 w 16645511"/>
              <a:gd name="connsiteY6" fmla="*/ 13716000 h 13716000"/>
              <a:gd name="connsiteX7" fmla="*/ 1645238 w 16645511"/>
              <a:gd name="connsiteY7" fmla="*/ 13716000 h 13716000"/>
              <a:gd name="connsiteX8" fmla="*/ 1238118 w 16645511"/>
              <a:gd name="connsiteY8" fmla="*/ 13412448 h 13716000"/>
              <a:gd name="connsiteX9" fmla="*/ 92737 w 16645511"/>
              <a:gd name="connsiteY9" fmla="*/ 11788435 h 13716000"/>
              <a:gd name="connsiteX10" fmla="*/ 0 w 16645511"/>
              <a:gd name="connsiteY10" fmla="*/ 11444493 h 13716000"/>
              <a:gd name="connsiteX11" fmla="*/ 0 w 16645511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5193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373046 w 16632937"/>
              <a:gd name="connsiteY4" fmla="*/ 2905518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87243 w 16634283"/>
              <a:gd name="connsiteY9" fmla="*/ 11591982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5286765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42975"/>
              <a:gd name="connsiteY0" fmla="*/ 0 h 13716000"/>
              <a:gd name="connsiteX1" fmla="*/ 14971029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41250 w 16642975"/>
              <a:gd name="connsiteY2" fmla="*/ 1093680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6990"/>
              <a:gd name="connsiteY0" fmla="*/ 0 h 13716000"/>
              <a:gd name="connsiteX1" fmla="*/ 14779392 w 16646990"/>
              <a:gd name="connsiteY1" fmla="*/ 0 h 13716000"/>
              <a:gd name="connsiteX2" fmla="*/ 15357003 w 16646990"/>
              <a:gd name="connsiteY2" fmla="*/ 504315 h 13716000"/>
              <a:gd name="connsiteX3" fmla="*/ 16367559 w 16646990"/>
              <a:gd name="connsiteY3" fmla="*/ 3890985 h 13716000"/>
              <a:gd name="connsiteX4" fmla="*/ 16625062 w 16646990"/>
              <a:gd name="connsiteY4" fmla="*/ 5286765 h 13716000"/>
              <a:gd name="connsiteX5" fmla="*/ 16632936 w 16646990"/>
              <a:gd name="connsiteY5" fmla="*/ 13716000 h 13716000"/>
              <a:gd name="connsiteX6" fmla="*/ 16632936 w 16646990"/>
              <a:gd name="connsiteY6" fmla="*/ 13716000 h 13716000"/>
              <a:gd name="connsiteX7" fmla="*/ 1645238 w 16646990"/>
              <a:gd name="connsiteY7" fmla="*/ 13716000 h 13716000"/>
              <a:gd name="connsiteX8" fmla="*/ 1238118 w 16646990"/>
              <a:gd name="connsiteY8" fmla="*/ 13412448 h 13716000"/>
              <a:gd name="connsiteX9" fmla="*/ 100611 w 16646990"/>
              <a:gd name="connsiteY9" fmla="*/ 11556263 h 13716000"/>
              <a:gd name="connsiteX10" fmla="*/ 0 w 16646990"/>
              <a:gd name="connsiteY10" fmla="*/ 10998008 h 13716000"/>
              <a:gd name="connsiteX11" fmla="*/ 0 w 16646990"/>
              <a:gd name="connsiteY11" fmla="*/ 0 h 13716000"/>
              <a:gd name="connsiteX0" fmla="*/ 0 w 16661469"/>
              <a:gd name="connsiteY0" fmla="*/ 0 h 13716000"/>
              <a:gd name="connsiteX1" fmla="*/ 14779392 w 16661469"/>
              <a:gd name="connsiteY1" fmla="*/ 0 h 13716000"/>
              <a:gd name="connsiteX2" fmla="*/ 15357003 w 16661469"/>
              <a:gd name="connsiteY2" fmla="*/ 504315 h 13716000"/>
              <a:gd name="connsiteX3" fmla="*/ 16170672 w 16661469"/>
              <a:gd name="connsiteY3" fmla="*/ 4212450 h 13716000"/>
              <a:gd name="connsiteX4" fmla="*/ 16625062 w 16661469"/>
              <a:gd name="connsiteY4" fmla="*/ 5286765 h 13716000"/>
              <a:gd name="connsiteX5" fmla="*/ 16632936 w 16661469"/>
              <a:gd name="connsiteY5" fmla="*/ 13716000 h 13716000"/>
              <a:gd name="connsiteX6" fmla="*/ 16632936 w 16661469"/>
              <a:gd name="connsiteY6" fmla="*/ 13716000 h 13716000"/>
              <a:gd name="connsiteX7" fmla="*/ 1645238 w 16661469"/>
              <a:gd name="connsiteY7" fmla="*/ 13716000 h 13716000"/>
              <a:gd name="connsiteX8" fmla="*/ 1238118 w 16661469"/>
              <a:gd name="connsiteY8" fmla="*/ 13412448 h 13716000"/>
              <a:gd name="connsiteX9" fmla="*/ 100611 w 16661469"/>
              <a:gd name="connsiteY9" fmla="*/ 11556263 h 13716000"/>
              <a:gd name="connsiteX10" fmla="*/ 0 w 16661469"/>
              <a:gd name="connsiteY10" fmla="*/ 10998008 h 13716000"/>
              <a:gd name="connsiteX11" fmla="*/ 0 w 16661469"/>
              <a:gd name="connsiteY11" fmla="*/ 0 h 13716000"/>
              <a:gd name="connsiteX0" fmla="*/ 0 w 16641837"/>
              <a:gd name="connsiteY0" fmla="*/ 0 h 13716000"/>
              <a:gd name="connsiteX1" fmla="*/ 14779392 w 16641837"/>
              <a:gd name="connsiteY1" fmla="*/ 0 h 13716000"/>
              <a:gd name="connsiteX2" fmla="*/ 15357003 w 16641837"/>
              <a:gd name="connsiteY2" fmla="*/ 504315 h 13716000"/>
              <a:gd name="connsiteX3" fmla="*/ 16438438 w 16641837"/>
              <a:gd name="connsiteY3" fmla="*/ 4069575 h 13716000"/>
              <a:gd name="connsiteX4" fmla="*/ 16625062 w 16641837"/>
              <a:gd name="connsiteY4" fmla="*/ 5286765 h 13716000"/>
              <a:gd name="connsiteX5" fmla="*/ 16632936 w 16641837"/>
              <a:gd name="connsiteY5" fmla="*/ 13716000 h 13716000"/>
              <a:gd name="connsiteX6" fmla="*/ 16632936 w 16641837"/>
              <a:gd name="connsiteY6" fmla="*/ 13716000 h 13716000"/>
              <a:gd name="connsiteX7" fmla="*/ 1645238 w 16641837"/>
              <a:gd name="connsiteY7" fmla="*/ 13716000 h 13716000"/>
              <a:gd name="connsiteX8" fmla="*/ 1238118 w 16641837"/>
              <a:gd name="connsiteY8" fmla="*/ 13412448 h 13716000"/>
              <a:gd name="connsiteX9" fmla="*/ 100611 w 16641837"/>
              <a:gd name="connsiteY9" fmla="*/ 11556263 h 13716000"/>
              <a:gd name="connsiteX10" fmla="*/ 0 w 16641837"/>
              <a:gd name="connsiteY10" fmla="*/ 10998008 h 13716000"/>
              <a:gd name="connsiteX11" fmla="*/ 0 w 16641837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438438 w 16632937"/>
              <a:gd name="connsiteY3" fmla="*/ 4069575 h 13716000"/>
              <a:gd name="connsiteX4" fmla="*/ 16475427 w 16632937"/>
              <a:gd name="connsiteY4" fmla="*/ 621545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7344"/>
              <a:gd name="connsiteY0" fmla="*/ 0 h 13716000"/>
              <a:gd name="connsiteX1" fmla="*/ 14779392 w 16647344"/>
              <a:gd name="connsiteY1" fmla="*/ 0 h 13716000"/>
              <a:gd name="connsiteX2" fmla="*/ 15357003 w 16647344"/>
              <a:gd name="connsiteY2" fmla="*/ 504315 h 13716000"/>
              <a:gd name="connsiteX3" fmla="*/ 16438438 w 16647344"/>
              <a:gd name="connsiteY3" fmla="*/ 4069575 h 13716000"/>
              <a:gd name="connsiteX4" fmla="*/ 16632937 w 16647344"/>
              <a:gd name="connsiteY4" fmla="*/ 5590373 h 13716000"/>
              <a:gd name="connsiteX5" fmla="*/ 16632936 w 16647344"/>
              <a:gd name="connsiteY5" fmla="*/ 13716000 h 13716000"/>
              <a:gd name="connsiteX6" fmla="*/ 16632936 w 16647344"/>
              <a:gd name="connsiteY6" fmla="*/ 13716000 h 13716000"/>
              <a:gd name="connsiteX7" fmla="*/ 1645238 w 16647344"/>
              <a:gd name="connsiteY7" fmla="*/ 13716000 h 13716000"/>
              <a:gd name="connsiteX8" fmla="*/ 1238118 w 16647344"/>
              <a:gd name="connsiteY8" fmla="*/ 13412448 h 13716000"/>
              <a:gd name="connsiteX9" fmla="*/ 100611 w 16647344"/>
              <a:gd name="connsiteY9" fmla="*/ 11556263 h 13716000"/>
              <a:gd name="connsiteX10" fmla="*/ 0 w 16647344"/>
              <a:gd name="connsiteY10" fmla="*/ 10998008 h 13716000"/>
              <a:gd name="connsiteX11" fmla="*/ 0 w 16647344"/>
              <a:gd name="connsiteY11" fmla="*/ 0 h 13716000"/>
              <a:gd name="connsiteX0" fmla="*/ 0 w 16650843"/>
              <a:gd name="connsiteY0" fmla="*/ 0 h 13716000"/>
              <a:gd name="connsiteX1" fmla="*/ 14779392 w 16650843"/>
              <a:gd name="connsiteY1" fmla="*/ 0 h 13716000"/>
              <a:gd name="connsiteX2" fmla="*/ 15357003 w 16650843"/>
              <a:gd name="connsiteY2" fmla="*/ 504315 h 13716000"/>
              <a:gd name="connsiteX3" fmla="*/ 16438438 w 16650843"/>
              <a:gd name="connsiteY3" fmla="*/ 4069575 h 13716000"/>
              <a:gd name="connsiteX4" fmla="*/ 16632937 w 16650843"/>
              <a:gd name="connsiteY4" fmla="*/ 5590373 h 13716000"/>
              <a:gd name="connsiteX5" fmla="*/ 16632936 w 16650843"/>
              <a:gd name="connsiteY5" fmla="*/ 13716000 h 13716000"/>
              <a:gd name="connsiteX6" fmla="*/ 16632936 w 16650843"/>
              <a:gd name="connsiteY6" fmla="*/ 13716000 h 13716000"/>
              <a:gd name="connsiteX7" fmla="*/ 1645238 w 16650843"/>
              <a:gd name="connsiteY7" fmla="*/ 13716000 h 13716000"/>
              <a:gd name="connsiteX8" fmla="*/ 1238118 w 16650843"/>
              <a:gd name="connsiteY8" fmla="*/ 13412448 h 13716000"/>
              <a:gd name="connsiteX9" fmla="*/ 100611 w 16650843"/>
              <a:gd name="connsiteY9" fmla="*/ 11556263 h 13716000"/>
              <a:gd name="connsiteX10" fmla="*/ 0 w 16650843"/>
              <a:gd name="connsiteY10" fmla="*/ 10998008 h 13716000"/>
              <a:gd name="connsiteX11" fmla="*/ 0 w 16650843"/>
              <a:gd name="connsiteY11" fmla="*/ 0 h 13716000"/>
              <a:gd name="connsiteX0" fmla="*/ 0 w 16652010"/>
              <a:gd name="connsiteY0" fmla="*/ 0 h 13716000"/>
              <a:gd name="connsiteX1" fmla="*/ 14779392 w 16652010"/>
              <a:gd name="connsiteY1" fmla="*/ 0 h 13716000"/>
              <a:gd name="connsiteX2" fmla="*/ 15357003 w 16652010"/>
              <a:gd name="connsiteY2" fmla="*/ 504315 h 13716000"/>
              <a:gd name="connsiteX3" fmla="*/ 16375434 w 16652010"/>
              <a:gd name="connsiteY3" fmla="*/ 4587495 h 13716000"/>
              <a:gd name="connsiteX4" fmla="*/ 16632937 w 16652010"/>
              <a:gd name="connsiteY4" fmla="*/ 5590373 h 13716000"/>
              <a:gd name="connsiteX5" fmla="*/ 16632936 w 16652010"/>
              <a:gd name="connsiteY5" fmla="*/ 13716000 h 13716000"/>
              <a:gd name="connsiteX6" fmla="*/ 16632936 w 16652010"/>
              <a:gd name="connsiteY6" fmla="*/ 13716000 h 13716000"/>
              <a:gd name="connsiteX7" fmla="*/ 1645238 w 16652010"/>
              <a:gd name="connsiteY7" fmla="*/ 13716000 h 13716000"/>
              <a:gd name="connsiteX8" fmla="*/ 1238118 w 16652010"/>
              <a:gd name="connsiteY8" fmla="*/ 13412448 h 13716000"/>
              <a:gd name="connsiteX9" fmla="*/ 100611 w 16652010"/>
              <a:gd name="connsiteY9" fmla="*/ 11556263 h 13716000"/>
              <a:gd name="connsiteX10" fmla="*/ 0 w 16652010"/>
              <a:gd name="connsiteY10" fmla="*/ 10998008 h 13716000"/>
              <a:gd name="connsiteX11" fmla="*/ 0 w 16652010"/>
              <a:gd name="connsiteY11" fmla="*/ 0 h 13716000"/>
              <a:gd name="connsiteX0" fmla="*/ 0 w 16647459"/>
              <a:gd name="connsiteY0" fmla="*/ 0 h 13716000"/>
              <a:gd name="connsiteX1" fmla="*/ 14779392 w 16647459"/>
              <a:gd name="connsiteY1" fmla="*/ 0 h 13716000"/>
              <a:gd name="connsiteX2" fmla="*/ 15357003 w 16647459"/>
              <a:gd name="connsiteY2" fmla="*/ 504315 h 13716000"/>
              <a:gd name="connsiteX3" fmla="*/ 16517191 w 16647459"/>
              <a:gd name="connsiteY3" fmla="*/ 4373183 h 13716000"/>
              <a:gd name="connsiteX4" fmla="*/ 16632937 w 16647459"/>
              <a:gd name="connsiteY4" fmla="*/ 5590373 h 13716000"/>
              <a:gd name="connsiteX5" fmla="*/ 16632936 w 16647459"/>
              <a:gd name="connsiteY5" fmla="*/ 13716000 h 13716000"/>
              <a:gd name="connsiteX6" fmla="*/ 16632936 w 16647459"/>
              <a:gd name="connsiteY6" fmla="*/ 13716000 h 13716000"/>
              <a:gd name="connsiteX7" fmla="*/ 1645238 w 16647459"/>
              <a:gd name="connsiteY7" fmla="*/ 13716000 h 13716000"/>
              <a:gd name="connsiteX8" fmla="*/ 1238118 w 16647459"/>
              <a:gd name="connsiteY8" fmla="*/ 13412448 h 13716000"/>
              <a:gd name="connsiteX9" fmla="*/ 100611 w 16647459"/>
              <a:gd name="connsiteY9" fmla="*/ 11556263 h 13716000"/>
              <a:gd name="connsiteX10" fmla="*/ 0 w 16647459"/>
              <a:gd name="connsiteY10" fmla="*/ 10998008 h 13716000"/>
              <a:gd name="connsiteX11" fmla="*/ 0 w 1664745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38010"/>
              <a:gd name="connsiteY0" fmla="*/ 0 h 13716000"/>
              <a:gd name="connsiteX1" fmla="*/ 14779392 w 16638010"/>
              <a:gd name="connsiteY1" fmla="*/ 0 h 13716000"/>
              <a:gd name="connsiteX2" fmla="*/ 15357003 w 16638010"/>
              <a:gd name="connsiteY2" fmla="*/ 504315 h 13716000"/>
              <a:gd name="connsiteX3" fmla="*/ 16517191 w 16638010"/>
              <a:gd name="connsiteY3" fmla="*/ 4373183 h 13716000"/>
              <a:gd name="connsiteX4" fmla="*/ 16632937 w 16638010"/>
              <a:gd name="connsiteY4" fmla="*/ 5590373 h 13716000"/>
              <a:gd name="connsiteX5" fmla="*/ 16632936 w 16638010"/>
              <a:gd name="connsiteY5" fmla="*/ 13716000 h 13716000"/>
              <a:gd name="connsiteX6" fmla="*/ 16632936 w 16638010"/>
              <a:gd name="connsiteY6" fmla="*/ 13716000 h 13716000"/>
              <a:gd name="connsiteX7" fmla="*/ 1645238 w 16638010"/>
              <a:gd name="connsiteY7" fmla="*/ 13716000 h 13716000"/>
              <a:gd name="connsiteX8" fmla="*/ 1238118 w 16638010"/>
              <a:gd name="connsiteY8" fmla="*/ 13412448 h 13716000"/>
              <a:gd name="connsiteX9" fmla="*/ 100611 w 16638010"/>
              <a:gd name="connsiteY9" fmla="*/ 11556263 h 13716000"/>
              <a:gd name="connsiteX10" fmla="*/ 0 w 16638010"/>
              <a:gd name="connsiteY10" fmla="*/ 10998008 h 13716000"/>
              <a:gd name="connsiteX11" fmla="*/ 0 w 16638010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517191 w 16632937"/>
              <a:gd name="connsiteY3" fmla="*/ 4373183 h 13716000"/>
              <a:gd name="connsiteX4" fmla="*/ 16373045 w 16632937"/>
              <a:gd name="connsiteY4" fmla="*/ 576896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4423"/>
              <a:gd name="connsiteY0" fmla="*/ 0 h 13716000"/>
              <a:gd name="connsiteX1" fmla="*/ 14779392 w 16644423"/>
              <a:gd name="connsiteY1" fmla="*/ 0 h 13716000"/>
              <a:gd name="connsiteX2" fmla="*/ 15357003 w 16644423"/>
              <a:gd name="connsiteY2" fmla="*/ 504315 h 13716000"/>
              <a:gd name="connsiteX3" fmla="*/ 16517191 w 16644423"/>
              <a:gd name="connsiteY3" fmla="*/ 4373183 h 13716000"/>
              <a:gd name="connsiteX4" fmla="*/ 16640812 w 16644423"/>
              <a:gd name="connsiteY4" fmla="*/ 5679660 h 13716000"/>
              <a:gd name="connsiteX5" fmla="*/ 16632936 w 16644423"/>
              <a:gd name="connsiteY5" fmla="*/ 13716000 h 13716000"/>
              <a:gd name="connsiteX6" fmla="*/ 16632936 w 16644423"/>
              <a:gd name="connsiteY6" fmla="*/ 13716000 h 13716000"/>
              <a:gd name="connsiteX7" fmla="*/ 1645238 w 16644423"/>
              <a:gd name="connsiteY7" fmla="*/ 13716000 h 13716000"/>
              <a:gd name="connsiteX8" fmla="*/ 1238118 w 16644423"/>
              <a:gd name="connsiteY8" fmla="*/ 13412448 h 13716000"/>
              <a:gd name="connsiteX9" fmla="*/ 100611 w 16644423"/>
              <a:gd name="connsiteY9" fmla="*/ 11556263 h 13716000"/>
              <a:gd name="connsiteX10" fmla="*/ 0 w 16644423"/>
              <a:gd name="connsiteY10" fmla="*/ 10998008 h 13716000"/>
              <a:gd name="connsiteX11" fmla="*/ 0 w 1664442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1099800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376252 w 16641493"/>
              <a:gd name="connsiteY9" fmla="*/ 9752460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387751 w 16641493"/>
              <a:gd name="connsiteY8" fmla="*/ 11144303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41493" h="13716000">
                <a:moveTo>
                  <a:pt x="0" y="0"/>
                </a:moveTo>
                <a:lnTo>
                  <a:pt x="14779392" y="0"/>
                </a:lnTo>
                <a:cubicBezTo>
                  <a:pt x="15216842" y="4988"/>
                  <a:pt x="15191892" y="115943"/>
                  <a:pt x="15357003" y="504315"/>
                </a:cubicBezTo>
                <a:lnTo>
                  <a:pt x="16517191" y="4373183"/>
                </a:lnTo>
                <a:cubicBezTo>
                  <a:pt x="16658661" y="4909485"/>
                  <a:pt x="16637274" y="5104785"/>
                  <a:pt x="16640812" y="5679660"/>
                </a:cubicBezTo>
                <a:cubicBezTo>
                  <a:pt x="16644350" y="6254535"/>
                  <a:pt x="16632936" y="9901169"/>
                  <a:pt x="16632936" y="13716000"/>
                </a:cubicBezTo>
                <a:lnTo>
                  <a:pt x="16632936" y="13716000"/>
                </a:lnTo>
                <a:lnTo>
                  <a:pt x="1645238" y="13716000"/>
                </a:lnTo>
                <a:cubicBezTo>
                  <a:pt x="1516674" y="13714829"/>
                  <a:pt x="1437936" y="13670790"/>
                  <a:pt x="1238119" y="13108838"/>
                </a:cubicBezTo>
                <a:lnTo>
                  <a:pt x="147863" y="9538148"/>
                </a:lnTo>
                <a:cubicBezTo>
                  <a:pt x="45697" y="9171090"/>
                  <a:pt x="2338" y="8948700"/>
                  <a:pt x="0" y="8229810"/>
                </a:cubicBez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>
              <a:defRPr lang="en-US" b="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 algn="ctr"/>
            <a:r>
              <a:rPr lang="en-US" noProof="0"/>
              <a:t>Click icon to add picture</a:t>
            </a:r>
            <a:endParaRPr lang="en-AU" noProof="0" dirty="0"/>
          </a:p>
        </p:txBody>
      </p:sp>
      <p:sp>
        <p:nvSpPr>
          <p:cNvPr id="6" name="Picture Placeholder 25">
            <a:extLst>
              <a:ext uri="{FF2B5EF4-FFF2-40B4-BE49-F238E27FC236}">
                <a16:creationId xmlns:a16="http://schemas.microsoft.com/office/drawing/2014/main" id="{7973E9D9-424E-B0FD-0FEB-A74AEAD3903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55292" y="4143375"/>
            <a:ext cx="5031740" cy="1828800"/>
          </a:xfrm>
          <a:custGeom>
            <a:avLst/>
            <a:gdLst>
              <a:gd name="connsiteX0" fmla="*/ 0 w 16632936"/>
              <a:gd name="connsiteY0" fmla="*/ 0 h 13716000"/>
              <a:gd name="connsiteX1" fmla="*/ 143614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203695 w 16632936"/>
              <a:gd name="connsiteY2" fmla="*/ 282122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321295 w 16632936"/>
              <a:gd name="connsiteY3" fmla="*/ 1777093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062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246909 w 16632936"/>
              <a:gd name="connsiteY3" fmla="*/ 179251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4004"/>
              <a:gd name="connsiteY0" fmla="*/ 0 h 13716000"/>
              <a:gd name="connsiteX1" fmla="*/ 14971029 w 16634004"/>
              <a:gd name="connsiteY1" fmla="*/ 0 h 13716000"/>
              <a:gd name="connsiteX2" fmla="*/ 15357002 w 16634004"/>
              <a:gd name="connsiteY2" fmla="*/ 272143 h 13716000"/>
              <a:gd name="connsiteX3" fmla="*/ 16367559 w 16634004"/>
              <a:gd name="connsiteY3" fmla="*/ 1697264 h 13716000"/>
              <a:gd name="connsiteX4" fmla="*/ 16632936 w 16634004"/>
              <a:gd name="connsiteY4" fmla="*/ 2271507 h 13716000"/>
              <a:gd name="connsiteX5" fmla="*/ 16632936 w 16634004"/>
              <a:gd name="connsiteY5" fmla="*/ 13716000 h 13716000"/>
              <a:gd name="connsiteX6" fmla="*/ 16632936 w 16634004"/>
              <a:gd name="connsiteY6" fmla="*/ 13716000 h 13716000"/>
              <a:gd name="connsiteX7" fmla="*/ 2271507 w 16634004"/>
              <a:gd name="connsiteY7" fmla="*/ 13716000 h 13716000"/>
              <a:gd name="connsiteX8" fmla="*/ 0 w 16634004"/>
              <a:gd name="connsiteY8" fmla="*/ 11444493 h 13716000"/>
              <a:gd name="connsiteX9" fmla="*/ 0 w 16634004"/>
              <a:gd name="connsiteY9" fmla="*/ 0 h 13716000"/>
              <a:gd name="connsiteX0" fmla="*/ 0 w 16633466"/>
              <a:gd name="connsiteY0" fmla="*/ 0 h 13716000"/>
              <a:gd name="connsiteX1" fmla="*/ 14971029 w 16633466"/>
              <a:gd name="connsiteY1" fmla="*/ 0 h 13716000"/>
              <a:gd name="connsiteX2" fmla="*/ 15357002 w 16633466"/>
              <a:gd name="connsiteY2" fmla="*/ 272143 h 13716000"/>
              <a:gd name="connsiteX3" fmla="*/ 16367559 w 16633466"/>
              <a:gd name="connsiteY3" fmla="*/ 1697264 h 13716000"/>
              <a:gd name="connsiteX4" fmla="*/ 16632936 w 16633466"/>
              <a:gd name="connsiteY4" fmla="*/ 2271507 h 13716000"/>
              <a:gd name="connsiteX5" fmla="*/ 16632936 w 16633466"/>
              <a:gd name="connsiteY5" fmla="*/ 13716000 h 13716000"/>
              <a:gd name="connsiteX6" fmla="*/ 16632936 w 16633466"/>
              <a:gd name="connsiteY6" fmla="*/ 13716000 h 13716000"/>
              <a:gd name="connsiteX7" fmla="*/ 2271507 w 16633466"/>
              <a:gd name="connsiteY7" fmla="*/ 13716000 h 13716000"/>
              <a:gd name="connsiteX8" fmla="*/ 0 w 16633466"/>
              <a:gd name="connsiteY8" fmla="*/ 11444493 h 13716000"/>
              <a:gd name="connsiteX9" fmla="*/ 0 w 16633466"/>
              <a:gd name="connsiteY9" fmla="*/ 0 h 13716000"/>
              <a:gd name="connsiteX0" fmla="*/ 0 w 16633185"/>
              <a:gd name="connsiteY0" fmla="*/ 0 h 13716000"/>
              <a:gd name="connsiteX1" fmla="*/ 14971029 w 16633185"/>
              <a:gd name="connsiteY1" fmla="*/ 0 h 13716000"/>
              <a:gd name="connsiteX2" fmla="*/ 15357002 w 16633185"/>
              <a:gd name="connsiteY2" fmla="*/ 272143 h 13716000"/>
              <a:gd name="connsiteX3" fmla="*/ 16367559 w 16633185"/>
              <a:gd name="connsiteY3" fmla="*/ 1697264 h 13716000"/>
              <a:gd name="connsiteX4" fmla="*/ 16632936 w 16633185"/>
              <a:gd name="connsiteY4" fmla="*/ 2271507 h 13716000"/>
              <a:gd name="connsiteX5" fmla="*/ 16632936 w 16633185"/>
              <a:gd name="connsiteY5" fmla="*/ 13716000 h 13716000"/>
              <a:gd name="connsiteX6" fmla="*/ 16632936 w 16633185"/>
              <a:gd name="connsiteY6" fmla="*/ 13716000 h 13716000"/>
              <a:gd name="connsiteX7" fmla="*/ 2271507 w 16633185"/>
              <a:gd name="connsiteY7" fmla="*/ 13716000 h 13716000"/>
              <a:gd name="connsiteX8" fmla="*/ 0 w 16633185"/>
              <a:gd name="connsiteY8" fmla="*/ 11444493 h 13716000"/>
              <a:gd name="connsiteX9" fmla="*/ 0 w 16633185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3015"/>
              <a:gd name="connsiteY0" fmla="*/ 0 h 13716000"/>
              <a:gd name="connsiteX1" fmla="*/ 14971029 w 16633015"/>
              <a:gd name="connsiteY1" fmla="*/ 0 h 13716000"/>
              <a:gd name="connsiteX2" fmla="*/ 15357002 w 16633015"/>
              <a:gd name="connsiteY2" fmla="*/ 272143 h 13716000"/>
              <a:gd name="connsiteX3" fmla="*/ 16367559 w 16633015"/>
              <a:gd name="connsiteY3" fmla="*/ 1697264 h 13716000"/>
              <a:gd name="connsiteX4" fmla="*/ 16632936 w 16633015"/>
              <a:gd name="connsiteY4" fmla="*/ 2271507 h 13716000"/>
              <a:gd name="connsiteX5" fmla="*/ 16632936 w 16633015"/>
              <a:gd name="connsiteY5" fmla="*/ 13716000 h 13716000"/>
              <a:gd name="connsiteX6" fmla="*/ 16632936 w 16633015"/>
              <a:gd name="connsiteY6" fmla="*/ 13716000 h 13716000"/>
              <a:gd name="connsiteX7" fmla="*/ 2271507 w 16633015"/>
              <a:gd name="connsiteY7" fmla="*/ 13716000 h 13716000"/>
              <a:gd name="connsiteX8" fmla="*/ 0 w 16633015"/>
              <a:gd name="connsiteY8" fmla="*/ 11444493 h 13716000"/>
              <a:gd name="connsiteX9" fmla="*/ 0 w 16633015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173699 w 16633092"/>
              <a:gd name="connsiteY8" fmla="*/ 11626510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380993 w 16633092"/>
              <a:gd name="connsiteY8" fmla="*/ 1339339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367559 w 16632937"/>
              <a:gd name="connsiteY3" fmla="*/ 1697264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40703"/>
              <a:gd name="connsiteY0" fmla="*/ 0 h 13716000"/>
              <a:gd name="connsiteX1" fmla="*/ 14971029 w 16640703"/>
              <a:gd name="connsiteY1" fmla="*/ 0 h 13716000"/>
              <a:gd name="connsiteX2" fmla="*/ 15357002 w 16640703"/>
              <a:gd name="connsiteY2" fmla="*/ 272143 h 13716000"/>
              <a:gd name="connsiteX3" fmla="*/ 16454190 w 16640703"/>
              <a:gd name="connsiteY3" fmla="*/ 2081238 h 13716000"/>
              <a:gd name="connsiteX4" fmla="*/ 16625062 w 16640703"/>
              <a:gd name="connsiteY4" fmla="*/ 3485943 h 13716000"/>
              <a:gd name="connsiteX5" fmla="*/ 16632936 w 16640703"/>
              <a:gd name="connsiteY5" fmla="*/ 13716000 h 13716000"/>
              <a:gd name="connsiteX6" fmla="*/ 16632936 w 16640703"/>
              <a:gd name="connsiteY6" fmla="*/ 13716000 h 13716000"/>
              <a:gd name="connsiteX7" fmla="*/ 1645238 w 16640703"/>
              <a:gd name="connsiteY7" fmla="*/ 13716000 h 13716000"/>
              <a:gd name="connsiteX8" fmla="*/ 1238118 w 16640703"/>
              <a:gd name="connsiteY8" fmla="*/ 13412448 h 13716000"/>
              <a:gd name="connsiteX9" fmla="*/ 92737 w 16640703"/>
              <a:gd name="connsiteY9" fmla="*/ 11788435 h 13716000"/>
              <a:gd name="connsiteX10" fmla="*/ 0 w 16640703"/>
              <a:gd name="connsiteY10" fmla="*/ 11444493 h 13716000"/>
              <a:gd name="connsiteX11" fmla="*/ 0 w 16640703"/>
              <a:gd name="connsiteY11" fmla="*/ 0 h 13716000"/>
              <a:gd name="connsiteX0" fmla="*/ 0 w 16644119"/>
              <a:gd name="connsiteY0" fmla="*/ 0 h 13716000"/>
              <a:gd name="connsiteX1" fmla="*/ 14971029 w 16644119"/>
              <a:gd name="connsiteY1" fmla="*/ 0 h 13716000"/>
              <a:gd name="connsiteX2" fmla="*/ 15357002 w 16644119"/>
              <a:gd name="connsiteY2" fmla="*/ 272143 h 13716000"/>
              <a:gd name="connsiteX3" fmla="*/ 16454190 w 16644119"/>
              <a:gd name="connsiteY3" fmla="*/ 2081238 h 13716000"/>
              <a:gd name="connsiteX4" fmla="*/ 16625062 w 16644119"/>
              <a:gd name="connsiteY4" fmla="*/ 3485943 h 13716000"/>
              <a:gd name="connsiteX5" fmla="*/ 16632936 w 16644119"/>
              <a:gd name="connsiteY5" fmla="*/ 13716000 h 13716000"/>
              <a:gd name="connsiteX6" fmla="*/ 16632936 w 16644119"/>
              <a:gd name="connsiteY6" fmla="*/ 13716000 h 13716000"/>
              <a:gd name="connsiteX7" fmla="*/ 1645238 w 16644119"/>
              <a:gd name="connsiteY7" fmla="*/ 13716000 h 13716000"/>
              <a:gd name="connsiteX8" fmla="*/ 1238118 w 16644119"/>
              <a:gd name="connsiteY8" fmla="*/ 13412448 h 13716000"/>
              <a:gd name="connsiteX9" fmla="*/ 92737 w 16644119"/>
              <a:gd name="connsiteY9" fmla="*/ 11788435 h 13716000"/>
              <a:gd name="connsiteX10" fmla="*/ 0 w 16644119"/>
              <a:gd name="connsiteY10" fmla="*/ 11444493 h 13716000"/>
              <a:gd name="connsiteX11" fmla="*/ 0 w 16644119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78724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45511"/>
              <a:gd name="connsiteY0" fmla="*/ 0 h 13716000"/>
              <a:gd name="connsiteX1" fmla="*/ 14971029 w 16645511"/>
              <a:gd name="connsiteY1" fmla="*/ 0 h 13716000"/>
              <a:gd name="connsiteX2" fmla="*/ 15357002 w 16645511"/>
              <a:gd name="connsiteY2" fmla="*/ 272143 h 13716000"/>
              <a:gd name="connsiteX3" fmla="*/ 16454190 w 16645511"/>
              <a:gd name="connsiteY3" fmla="*/ 2081238 h 13716000"/>
              <a:gd name="connsiteX4" fmla="*/ 16640815 w 16645511"/>
              <a:gd name="connsiteY4" fmla="*/ 2860867 h 13716000"/>
              <a:gd name="connsiteX5" fmla="*/ 16632936 w 16645511"/>
              <a:gd name="connsiteY5" fmla="*/ 13716000 h 13716000"/>
              <a:gd name="connsiteX6" fmla="*/ 16632936 w 16645511"/>
              <a:gd name="connsiteY6" fmla="*/ 13716000 h 13716000"/>
              <a:gd name="connsiteX7" fmla="*/ 1645238 w 16645511"/>
              <a:gd name="connsiteY7" fmla="*/ 13716000 h 13716000"/>
              <a:gd name="connsiteX8" fmla="*/ 1238118 w 16645511"/>
              <a:gd name="connsiteY8" fmla="*/ 13412448 h 13716000"/>
              <a:gd name="connsiteX9" fmla="*/ 92737 w 16645511"/>
              <a:gd name="connsiteY9" fmla="*/ 11788435 h 13716000"/>
              <a:gd name="connsiteX10" fmla="*/ 0 w 16645511"/>
              <a:gd name="connsiteY10" fmla="*/ 11444493 h 13716000"/>
              <a:gd name="connsiteX11" fmla="*/ 0 w 16645511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5193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373046 w 16632937"/>
              <a:gd name="connsiteY4" fmla="*/ 2905518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87243 w 16634283"/>
              <a:gd name="connsiteY9" fmla="*/ 11591982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5286765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42975"/>
              <a:gd name="connsiteY0" fmla="*/ 0 h 13716000"/>
              <a:gd name="connsiteX1" fmla="*/ 14971029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41250 w 16642975"/>
              <a:gd name="connsiteY2" fmla="*/ 1093680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6990"/>
              <a:gd name="connsiteY0" fmla="*/ 0 h 13716000"/>
              <a:gd name="connsiteX1" fmla="*/ 14779392 w 16646990"/>
              <a:gd name="connsiteY1" fmla="*/ 0 h 13716000"/>
              <a:gd name="connsiteX2" fmla="*/ 15357003 w 16646990"/>
              <a:gd name="connsiteY2" fmla="*/ 504315 h 13716000"/>
              <a:gd name="connsiteX3" fmla="*/ 16367559 w 16646990"/>
              <a:gd name="connsiteY3" fmla="*/ 3890985 h 13716000"/>
              <a:gd name="connsiteX4" fmla="*/ 16625062 w 16646990"/>
              <a:gd name="connsiteY4" fmla="*/ 5286765 h 13716000"/>
              <a:gd name="connsiteX5" fmla="*/ 16632936 w 16646990"/>
              <a:gd name="connsiteY5" fmla="*/ 13716000 h 13716000"/>
              <a:gd name="connsiteX6" fmla="*/ 16632936 w 16646990"/>
              <a:gd name="connsiteY6" fmla="*/ 13716000 h 13716000"/>
              <a:gd name="connsiteX7" fmla="*/ 1645238 w 16646990"/>
              <a:gd name="connsiteY7" fmla="*/ 13716000 h 13716000"/>
              <a:gd name="connsiteX8" fmla="*/ 1238118 w 16646990"/>
              <a:gd name="connsiteY8" fmla="*/ 13412448 h 13716000"/>
              <a:gd name="connsiteX9" fmla="*/ 100611 w 16646990"/>
              <a:gd name="connsiteY9" fmla="*/ 11556263 h 13716000"/>
              <a:gd name="connsiteX10" fmla="*/ 0 w 16646990"/>
              <a:gd name="connsiteY10" fmla="*/ 10998008 h 13716000"/>
              <a:gd name="connsiteX11" fmla="*/ 0 w 16646990"/>
              <a:gd name="connsiteY11" fmla="*/ 0 h 13716000"/>
              <a:gd name="connsiteX0" fmla="*/ 0 w 16661469"/>
              <a:gd name="connsiteY0" fmla="*/ 0 h 13716000"/>
              <a:gd name="connsiteX1" fmla="*/ 14779392 w 16661469"/>
              <a:gd name="connsiteY1" fmla="*/ 0 h 13716000"/>
              <a:gd name="connsiteX2" fmla="*/ 15357003 w 16661469"/>
              <a:gd name="connsiteY2" fmla="*/ 504315 h 13716000"/>
              <a:gd name="connsiteX3" fmla="*/ 16170672 w 16661469"/>
              <a:gd name="connsiteY3" fmla="*/ 4212450 h 13716000"/>
              <a:gd name="connsiteX4" fmla="*/ 16625062 w 16661469"/>
              <a:gd name="connsiteY4" fmla="*/ 5286765 h 13716000"/>
              <a:gd name="connsiteX5" fmla="*/ 16632936 w 16661469"/>
              <a:gd name="connsiteY5" fmla="*/ 13716000 h 13716000"/>
              <a:gd name="connsiteX6" fmla="*/ 16632936 w 16661469"/>
              <a:gd name="connsiteY6" fmla="*/ 13716000 h 13716000"/>
              <a:gd name="connsiteX7" fmla="*/ 1645238 w 16661469"/>
              <a:gd name="connsiteY7" fmla="*/ 13716000 h 13716000"/>
              <a:gd name="connsiteX8" fmla="*/ 1238118 w 16661469"/>
              <a:gd name="connsiteY8" fmla="*/ 13412448 h 13716000"/>
              <a:gd name="connsiteX9" fmla="*/ 100611 w 16661469"/>
              <a:gd name="connsiteY9" fmla="*/ 11556263 h 13716000"/>
              <a:gd name="connsiteX10" fmla="*/ 0 w 16661469"/>
              <a:gd name="connsiteY10" fmla="*/ 10998008 h 13716000"/>
              <a:gd name="connsiteX11" fmla="*/ 0 w 16661469"/>
              <a:gd name="connsiteY11" fmla="*/ 0 h 13716000"/>
              <a:gd name="connsiteX0" fmla="*/ 0 w 16641837"/>
              <a:gd name="connsiteY0" fmla="*/ 0 h 13716000"/>
              <a:gd name="connsiteX1" fmla="*/ 14779392 w 16641837"/>
              <a:gd name="connsiteY1" fmla="*/ 0 h 13716000"/>
              <a:gd name="connsiteX2" fmla="*/ 15357003 w 16641837"/>
              <a:gd name="connsiteY2" fmla="*/ 504315 h 13716000"/>
              <a:gd name="connsiteX3" fmla="*/ 16438438 w 16641837"/>
              <a:gd name="connsiteY3" fmla="*/ 4069575 h 13716000"/>
              <a:gd name="connsiteX4" fmla="*/ 16625062 w 16641837"/>
              <a:gd name="connsiteY4" fmla="*/ 5286765 h 13716000"/>
              <a:gd name="connsiteX5" fmla="*/ 16632936 w 16641837"/>
              <a:gd name="connsiteY5" fmla="*/ 13716000 h 13716000"/>
              <a:gd name="connsiteX6" fmla="*/ 16632936 w 16641837"/>
              <a:gd name="connsiteY6" fmla="*/ 13716000 h 13716000"/>
              <a:gd name="connsiteX7" fmla="*/ 1645238 w 16641837"/>
              <a:gd name="connsiteY7" fmla="*/ 13716000 h 13716000"/>
              <a:gd name="connsiteX8" fmla="*/ 1238118 w 16641837"/>
              <a:gd name="connsiteY8" fmla="*/ 13412448 h 13716000"/>
              <a:gd name="connsiteX9" fmla="*/ 100611 w 16641837"/>
              <a:gd name="connsiteY9" fmla="*/ 11556263 h 13716000"/>
              <a:gd name="connsiteX10" fmla="*/ 0 w 16641837"/>
              <a:gd name="connsiteY10" fmla="*/ 10998008 h 13716000"/>
              <a:gd name="connsiteX11" fmla="*/ 0 w 16641837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438438 w 16632937"/>
              <a:gd name="connsiteY3" fmla="*/ 4069575 h 13716000"/>
              <a:gd name="connsiteX4" fmla="*/ 16475427 w 16632937"/>
              <a:gd name="connsiteY4" fmla="*/ 621545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7344"/>
              <a:gd name="connsiteY0" fmla="*/ 0 h 13716000"/>
              <a:gd name="connsiteX1" fmla="*/ 14779392 w 16647344"/>
              <a:gd name="connsiteY1" fmla="*/ 0 h 13716000"/>
              <a:gd name="connsiteX2" fmla="*/ 15357003 w 16647344"/>
              <a:gd name="connsiteY2" fmla="*/ 504315 h 13716000"/>
              <a:gd name="connsiteX3" fmla="*/ 16438438 w 16647344"/>
              <a:gd name="connsiteY3" fmla="*/ 4069575 h 13716000"/>
              <a:gd name="connsiteX4" fmla="*/ 16632937 w 16647344"/>
              <a:gd name="connsiteY4" fmla="*/ 5590373 h 13716000"/>
              <a:gd name="connsiteX5" fmla="*/ 16632936 w 16647344"/>
              <a:gd name="connsiteY5" fmla="*/ 13716000 h 13716000"/>
              <a:gd name="connsiteX6" fmla="*/ 16632936 w 16647344"/>
              <a:gd name="connsiteY6" fmla="*/ 13716000 h 13716000"/>
              <a:gd name="connsiteX7" fmla="*/ 1645238 w 16647344"/>
              <a:gd name="connsiteY7" fmla="*/ 13716000 h 13716000"/>
              <a:gd name="connsiteX8" fmla="*/ 1238118 w 16647344"/>
              <a:gd name="connsiteY8" fmla="*/ 13412448 h 13716000"/>
              <a:gd name="connsiteX9" fmla="*/ 100611 w 16647344"/>
              <a:gd name="connsiteY9" fmla="*/ 11556263 h 13716000"/>
              <a:gd name="connsiteX10" fmla="*/ 0 w 16647344"/>
              <a:gd name="connsiteY10" fmla="*/ 10998008 h 13716000"/>
              <a:gd name="connsiteX11" fmla="*/ 0 w 16647344"/>
              <a:gd name="connsiteY11" fmla="*/ 0 h 13716000"/>
              <a:gd name="connsiteX0" fmla="*/ 0 w 16650843"/>
              <a:gd name="connsiteY0" fmla="*/ 0 h 13716000"/>
              <a:gd name="connsiteX1" fmla="*/ 14779392 w 16650843"/>
              <a:gd name="connsiteY1" fmla="*/ 0 h 13716000"/>
              <a:gd name="connsiteX2" fmla="*/ 15357003 w 16650843"/>
              <a:gd name="connsiteY2" fmla="*/ 504315 h 13716000"/>
              <a:gd name="connsiteX3" fmla="*/ 16438438 w 16650843"/>
              <a:gd name="connsiteY3" fmla="*/ 4069575 h 13716000"/>
              <a:gd name="connsiteX4" fmla="*/ 16632937 w 16650843"/>
              <a:gd name="connsiteY4" fmla="*/ 5590373 h 13716000"/>
              <a:gd name="connsiteX5" fmla="*/ 16632936 w 16650843"/>
              <a:gd name="connsiteY5" fmla="*/ 13716000 h 13716000"/>
              <a:gd name="connsiteX6" fmla="*/ 16632936 w 16650843"/>
              <a:gd name="connsiteY6" fmla="*/ 13716000 h 13716000"/>
              <a:gd name="connsiteX7" fmla="*/ 1645238 w 16650843"/>
              <a:gd name="connsiteY7" fmla="*/ 13716000 h 13716000"/>
              <a:gd name="connsiteX8" fmla="*/ 1238118 w 16650843"/>
              <a:gd name="connsiteY8" fmla="*/ 13412448 h 13716000"/>
              <a:gd name="connsiteX9" fmla="*/ 100611 w 16650843"/>
              <a:gd name="connsiteY9" fmla="*/ 11556263 h 13716000"/>
              <a:gd name="connsiteX10" fmla="*/ 0 w 16650843"/>
              <a:gd name="connsiteY10" fmla="*/ 10998008 h 13716000"/>
              <a:gd name="connsiteX11" fmla="*/ 0 w 16650843"/>
              <a:gd name="connsiteY11" fmla="*/ 0 h 13716000"/>
              <a:gd name="connsiteX0" fmla="*/ 0 w 16652010"/>
              <a:gd name="connsiteY0" fmla="*/ 0 h 13716000"/>
              <a:gd name="connsiteX1" fmla="*/ 14779392 w 16652010"/>
              <a:gd name="connsiteY1" fmla="*/ 0 h 13716000"/>
              <a:gd name="connsiteX2" fmla="*/ 15357003 w 16652010"/>
              <a:gd name="connsiteY2" fmla="*/ 504315 h 13716000"/>
              <a:gd name="connsiteX3" fmla="*/ 16375434 w 16652010"/>
              <a:gd name="connsiteY3" fmla="*/ 4587495 h 13716000"/>
              <a:gd name="connsiteX4" fmla="*/ 16632937 w 16652010"/>
              <a:gd name="connsiteY4" fmla="*/ 5590373 h 13716000"/>
              <a:gd name="connsiteX5" fmla="*/ 16632936 w 16652010"/>
              <a:gd name="connsiteY5" fmla="*/ 13716000 h 13716000"/>
              <a:gd name="connsiteX6" fmla="*/ 16632936 w 16652010"/>
              <a:gd name="connsiteY6" fmla="*/ 13716000 h 13716000"/>
              <a:gd name="connsiteX7" fmla="*/ 1645238 w 16652010"/>
              <a:gd name="connsiteY7" fmla="*/ 13716000 h 13716000"/>
              <a:gd name="connsiteX8" fmla="*/ 1238118 w 16652010"/>
              <a:gd name="connsiteY8" fmla="*/ 13412448 h 13716000"/>
              <a:gd name="connsiteX9" fmla="*/ 100611 w 16652010"/>
              <a:gd name="connsiteY9" fmla="*/ 11556263 h 13716000"/>
              <a:gd name="connsiteX10" fmla="*/ 0 w 16652010"/>
              <a:gd name="connsiteY10" fmla="*/ 10998008 h 13716000"/>
              <a:gd name="connsiteX11" fmla="*/ 0 w 16652010"/>
              <a:gd name="connsiteY11" fmla="*/ 0 h 13716000"/>
              <a:gd name="connsiteX0" fmla="*/ 0 w 16647459"/>
              <a:gd name="connsiteY0" fmla="*/ 0 h 13716000"/>
              <a:gd name="connsiteX1" fmla="*/ 14779392 w 16647459"/>
              <a:gd name="connsiteY1" fmla="*/ 0 h 13716000"/>
              <a:gd name="connsiteX2" fmla="*/ 15357003 w 16647459"/>
              <a:gd name="connsiteY2" fmla="*/ 504315 h 13716000"/>
              <a:gd name="connsiteX3" fmla="*/ 16517191 w 16647459"/>
              <a:gd name="connsiteY3" fmla="*/ 4373183 h 13716000"/>
              <a:gd name="connsiteX4" fmla="*/ 16632937 w 16647459"/>
              <a:gd name="connsiteY4" fmla="*/ 5590373 h 13716000"/>
              <a:gd name="connsiteX5" fmla="*/ 16632936 w 16647459"/>
              <a:gd name="connsiteY5" fmla="*/ 13716000 h 13716000"/>
              <a:gd name="connsiteX6" fmla="*/ 16632936 w 16647459"/>
              <a:gd name="connsiteY6" fmla="*/ 13716000 h 13716000"/>
              <a:gd name="connsiteX7" fmla="*/ 1645238 w 16647459"/>
              <a:gd name="connsiteY7" fmla="*/ 13716000 h 13716000"/>
              <a:gd name="connsiteX8" fmla="*/ 1238118 w 16647459"/>
              <a:gd name="connsiteY8" fmla="*/ 13412448 h 13716000"/>
              <a:gd name="connsiteX9" fmla="*/ 100611 w 16647459"/>
              <a:gd name="connsiteY9" fmla="*/ 11556263 h 13716000"/>
              <a:gd name="connsiteX10" fmla="*/ 0 w 16647459"/>
              <a:gd name="connsiteY10" fmla="*/ 10998008 h 13716000"/>
              <a:gd name="connsiteX11" fmla="*/ 0 w 1664745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38010"/>
              <a:gd name="connsiteY0" fmla="*/ 0 h 13716000"/>
              <a:gd name="connsiteX1" fmla="*/ 14779392 w 16638010"/>
              <a:gd name="connsiteY1" fmla="*/ 0 h 13716000"/>
              <a:gd name="connsiteX2" fmla="*/ 15357003 w 16638010"/>
              <a:gd name="connsiteY2" fmla="*/ 504315 h 13716000"/>
              <a:gd name="connsiteX3" fmla="*/ 16517191 w 16638010"/>
              <a:gd name="connsiteY3" fmla="*/ 4373183 h 13716000"/>
              <a:gd name="connsiteX4" fmla="*/ 16632937 w 16638010"/>
              <a:gd name="connsiteY4" fmla="*/ 5590373 h 13716000"/>
              <a:gd name="connsiteX5" fmla="*/ 16632936 w 16638010"/>
              <a:gd name="connsiteY5" fmla="*/ 13716000 h 13716000"/>
              <a:gd name="connsiteX6" fmla="*/ 16632936 w 16638010"/>
              <a:gd name="connsiteY6" fmla="*/ 13716000 h 13716000"/>
              <a:gd name="connsiteX7" fmla="*/ 1645238 w 16638010"/>
              <a:gd name="connsiteY7" fmla="*/ 13716000 h 13716000"/>
              <a:gd name="connsiteX8" fmla="*/ 1238118 w 16638010"/>
              <a:gd name="connsiteY8" fmla="*/ 13412448 h 13716000"/>
              <a:gd name="connsiteX9" fmla="*/ 100611 w 16638010"/>
              <a:gd name="connsiteY9" fmla="*/ 11556263 h 13716000"/>
              <a:gd name="connsiteX10" fmla="*/ 0 w 16638010"/>
              <a:gd name="connsiteY10" fmla="*/ 10998008 h 13716000"/>
              <a:gd name="connsiteX11" fmla="*/ 0 w 16638010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517191 w 16632937"/>
              <a:gd name="connsiteY3" fmla="*/ 4373183 h 13716000"/>
              <a:gd name="connsiteX4" fmla="*/ 16373045 w 16632937"/>
              <a:gd name="connsiteY4" fmla="*/ 576896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4423"/>
              <a:gd name="connsiteY0" fmla="*/ 0 h 13716000"/>
              <a:gd name="connsiteX1" fmla="*/ 14779392 w 16644423"/>
              <a:gd name="connsiteY1" fmla="*/ 0 h 13716000"/>
              <a:gd name="connsiteX2" fmla="*/ 15357003 w 16644423"/>
              <a:gd name="connsiteY2" fmla="*/ 504315 h 13716000"/>
              <a:gd name="connsiteX3" fmla="*/ 16517191 w 16644423"/>
              <a:gd name="connsiteY3" fmla="*/ 4373183 h 13716000"/>
              <a:gd name="connsiteX4" fmla="*/ 16640812 w 16644423"/>
              <a:gd name="connsiteY4" fmla="*/ 5679660 h 13716000"/>
              <a:gd name="connsiteX5" fmla="*/ 16632936 w 16644423"/>
              <a:gd name="connsiteY5" fmla="*/ 13716000 h 13716000"/>
              <a:gd name="connsiteX6" fmla="*/ 16632936 w 16644423"/>
              <a:gd name="connsiteY6" fmla="*/ 13716000 h 13716000"/>
              <a:gd name="connsiteX7" fmla="*/ 1645238 w 16644423"/>
              <a:gd name="connsiteY7" fmla="*/ 13716000 h 13716000"/>
              <a:gd name="connsiteX8" fmla="*/ 1238118 w 16644423"/>
              <a:gd name="connsiteY8" fmla="*/ 13412448 h 13716000"/>
              <a:gd name="connsiteX9" fmla="*/ 100611 w 16644423"/>
              <a:gd name="connsiteY9" fmla="*/ 11556263 h 13716000"/>
              <a:gd name="connsiteX10" fmla="*/ 0 w 16644423"/>
              <a:gd name="connsiteY10" fmla="*/ 10998008 h 13716000"/>
              <a:gd name="connsiteX11" fmla="*/ 0 w 1664442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1099800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376252 w 16641493"/>
              <a:gd name="connsiteY9" fmla="*/ 9752460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387751 w 16641493"/>
              <a:gd name="connsiteY8" fmla="*/ 11144303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41493" h="13716000">
                <a:moveTo>
                  <a:pt x="0" y="0"/>
                </a:moveTo>
                <a:lnTo>
                  <a:pt x="14779392" y="0"/>
                </a:lnTo>
                <a:cubicBezTo>
                  <a:pt x="15216842" y="4988"/>
                  <a:pt x="15191892" y="115943"/>
                  <a:pt x="15357003" y="504315"/>
                </a:cubicBezTo>
                <a:lnTo>
                  <a:pt x="16517191" y="4373183"/>
                </a:lnTo>
                <a:cubicBezTo>
                  <a:pt x="16658661" y="4909485"/>
                  <a:pt x="16637274" y="5104785"/>
                  <a:pt x="16640812" y="5679660"/>
                </a:cubicBezTo>
                <a:cubicBezTo>
                  <a:pt x="16644350" y="6254535"/>
                  <a:pt x="16632936" y="9901169"/>
                  <a:pt x="16632936" y="13716000"/>
                </a:cubicBezTo>
                <a:lnTo>
                  <a:pt x="16632936" y="13716000"/>
                </a:lnTo>
                <a:lnTo>
                  <a:pt x="1645238" y="13716000"/>
                </a:lnTo>
                <a:cubicBezTo>
                  <a:pt x="1516674" y="13714829"/>
                  <a:pt x="1437936" y="13670790"/>
                  <a:pt x="1238119" y="13108838"/>
                </a:cubicBezTo>
                <a:lnTo>
                  <a:pt x="147863" y="9538148"/>
                </a:lnTo>
                <a:cubicBezTo>
                  <a:pt x="45697" y="9171090"/>
                  <a:pt x="2338" y="8948700"/>
                  <a:pt x="0" y="8229810"/>
                </a:cubicBez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>
              <a:defRPr lang="en-US" b="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 algn="ctr"/>
            <a:r>
              <a:rPr lang="en-US" noProof="0"/>
              <a:t>Click icon to add picture</a:t>
            </a:r>
            <a:endParaRPr lang="en-AU" noProof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56EAAE8-E319-1DF8-5DE7-BA180DC1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Picture Placeholder 25">
            <a:extLst>
              <a:ext uri="{FF2B5EF4-FFF2-40B4-BE49-F238E27FC236}">
                <a16:creationId xmlns:a16="http://schemas.microsoft.com/office/drawing/2014/main" id="{80CB6876-D2F2-4437-E8C5-CF2948F685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55292" y="1861820"/>
            <a:ext cx="5031740" cy="1828800"/>
          </a:xfrm>
          <a:custGeom>
            <a:avLst/>
            <a:gdLst>
              <a:gd name="connsiteX0" fmla="*/ 0 w 16632936"/>
              <a:gd name="connsiteY0" fmla="*/ 0 h 13716000"/>
              <a:gd name="connsiteX1" fmla="*/ 143614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203695 w 16632936"/>
              <a:gd name="connsiteY2" fmla="*/ 282122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321295 w 16632936"/>
              <a:gd name="connsiteY3" fmla="*/ 1777093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062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246909 w 16632936"/>
              <a:gd name="connsiteY3" fmla="*/ 179251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4004"/>
              <a:gd name="connsiteY0" fmla="*/ 0 h 13716000"/>
              <a:gd name="connsiteX1" fmla="*/ 14971029 w 16634004"/>
              <a:gd name="connsiteY1" fmla="*/ 0 h 13716000"/>
              <a:gd name="connsiteX2" fmla="*/ 15357002 w 16634004"/>
              <a:gd name="connsiteY2" fmla="*/ 272143 h 13716000"/>
              <a:gd name="connsiteX3" fmla="*/ 16367559 w 16634004"/>
              <a:gd name="connsiteY3" fmla="*/ 1697264 h 13716000"/>
              <a:gd name="connsiteX4" fmla="*/ 16632936 w 16634004"/>
              <a:gd name="connsiteY4" fmla="*/ 2271507 h 13716000"/>
              <a:gd name="connsiteX5" fmla="*/ 16632936 w 16634004"/>
              <a:gd name="connsiteY5" fmla="*/ 13716000 h 13716000"/>
              <a:gd name="connsiteX6" fmla="*/ 16632936 w 16634004"/>
              <a:gd name="connsiteY6" fmla="*/ 13716000 h 13716000"/>
              <a:gd name="connsiteX7" fmla="*/ 2271507 w 16634004"/>
              <a:gd name="connsiteY7" fmla="*/ 13716000 h 13716000"/>
              <a:gd name="connsiteX8" fmla="*/ 0 w 16634004"/>
              <a:gd name="connsiteY8" fmla="*/ 11444493 h 13716000"/>
              <a:gd name="connsiteX9" fmla="*/ 0 w 16634004"/>
              <a:gd name="connsiteY9" fmla="*/ 0 h 13716000"/>
              <a:gd name="connsiteX0" fmla="*/ 0 w 16633466"/>
              <a:gd name="connsiteY0" fmla="*/ 0 h 13716000"/>
              <a:gd name="connsiteX1" fmla="*/ 14971029 w 16633466"/>
              <a:gd name="connsiteY1" fmla="*/ 0 h 13716000"/>
              <a:gd name="connsiteX2" fmla="*/ 15357002 w 16633466"/>
              <a:gd name="connsiteY2" fmla="*/ 272143 h 13716000"/>
              <a:gd name="connsiteX3" fmla="*/ 16367559 w 16633466"/>
              <a:gd name="connsiteY3" fmla="*/ 1697264 h 13716000"/>
              <a:gd name="connsiteX4" fmla="*/ 16632936 w 16633466"/>
              <a:gd name="connsiteY4" fmla="*/ 2271507 h 13716000"/>
              <a:gd name="connsiteX5" fmla="*/ 16632936 w 16633466"/>
              <a:gd name="connsiteY5" fmla="*/ 13716000 h 13716000"/>
              <a:gd name="connsiteX6" fmla="*/ 16632936 w 16633466"/>
              <a:gd name="connsiteY6" fmla="*/ 13716000 h 13716000"/>
              <a:gd name="connsiteX7" fmla="*/ 2271507 w 16633466"/>
              <a:gd name="connsiteY7" fmla="*/ 13716000 h 13716000"/>
              <a:gd name="connsiteX8" fmla="*/ 0 w 16633466"/>
              <a:gd name="connsiteY8" fmla="*/ 11444493 h 13716000"/>
              <a:gd name="connsiteX9" fmla="*/ 0 w 16633466"/>
              <a:gd name="connsiteY9" fmla="*/ 0 h 13716000"/>
              <a:gd name="connsiteX0" fmla="*/ 0 w 16633185"/>
              <a:gd name="connsiteY0" fmla="*/ 0 h 13716000"/>
              <a:gd name="connsiteX1" fmla="*/ 14971029 w 16633185"/>
              <a:gd name="connsiteY1" fmla="*/ 0 h 13716000"/>
              <a:gd name="connsiteX2" fmla="*/ 15357002 w 16633185"/>
              <a:gd name="connsiteY2" fmla="*/ 272143 h 13716000"/>
              <a:gd name="connsiteX3" fmla="*/ 16367559 w 16633185"/>
              <a:gd name="connsiteY3" fmla="*/ 1697264 h 13716000"/>
              <a:gd name="connsiteX4" fmla="*/ 16632936 w 16633185"/>
              <a:gd name="connsiteY4" fmla="*/ 2271507 h 13716000"/>
              <a:gd name="connsiteX5" fmla="*/ 16632936 w 16633185"/>
              <a:gd name="connsiteY5" fmla="*/ 13716000 h 13716000"/>
              <a:gd name="connsiteX6" fmla="*/ 16632936 w 16633185"/>
              <a:gd name="connsiteY6" fmla="*/ 13716000 h 13716000"/>
              <a:gd name="connsiteX7" fmla="*/ 2271507 w 16633185"/>
              <a:gd name="connsiteY7" fmla="*/ 13716000 h 13716000"/>
              <a:gd name="connsiteX8" fmla="*/ 0 w 16633185"/>
              <a:gd name="connsiteY8" fmla="*/ 11444493 h 13716000"/>
              <a:gd name="connsiteX9" fmla="*/ 0 w 16633185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3015"/>
              <a:gd name="connsiteY0" fmla="*/ 0 h 13716000"/>
              <a:gd name="connsiteX1" fmla="*/ 14971029 w 16633015"/>
              <a:gd name="connsiteY1" fmla="*/ 0 h 13716000"/>
              <a:gd name="connsiteX2" fmla="*/ 15357002 w 16633015"/>
              <a:gd name="connsiteY2" fmla="*/ 272143 h 13716000"/>
              <a:gd name="connsiteX3" fmla="*/ 16367559 w 16633015"/>
              <a:gd name="connsiteY3" fmla="*/ 1697264 h 13716000"/>
              <a:gd name="connsiteX4" fmla="*/ 16632936 w 16633015"/>
              <a:gd name="connsiteY4" fmla="*/ 2271507 h 13716000"/>
              <a:gd name="connsiteX5" fmla="*/ 16632936 w 16633015"/>
              <a:gd name="connsiteY5" fmla="*/ 13716000 h 13716000"/>
              <a:gd name="connsiteX6" fmla="*/ 16632936 w 16633015"/>
              <a:gd name="connsiteY6" fmla="*/ 13716000 h 13716000"/>
              <a:gd name="connsiteX7" fmla="*/ 2271507 w 16633015"/>
              <a:gd name="connsiteY7" fmla="*/ 13716000 h 13716000"/>
              <a:gd name="connsiteX8" fmla="*/ 0 w 16633015"/>
              <a:gd name="connsiteY8" fmla="*/ 11444493 h 13716000"/>
              <a:gd name="connsiteX9" fmla="*/ 0 w 16633015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173699 w 16633092"/>
              <a:gd name="connsiteY8" fmla="*/ 11626510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380993 w 16633092"/>
              <a:gd name="connsiteY8" fmla="*/ 1339339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367559 w 16632937"/>
              <a:gd name="connsiteY3" fmla="*/ 1697264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40703"/>
              <a:gd name="connsiteY0" fmla="*/ 0 h 13716000"/>
              <a:gd name="connsiteX1" fmla="*/ 14971029 w 16640703"/>
              <a:gd name="connsiteY1" fmla="*/ 0 h 13716000"/>
              <a:gd name="connsiteX2" fmla="*/ 15357002 w 16640703"/>
              <a:gd name="connsiteY2" fmla="*/ 272143 h 13716000"/>
              <a:gd name="connsiteX3" fmla="*/ 16454190 w 16640703"/>
              <a:gd name="connsiteY3" fmla="*/ 2081238 h 13716000"/>
              <a:gd name="connsiteX4" fmla="*/ 16625062 w 16640703"/>
              <a:gd name="connsiteY4" fmla="*/ 3485943 h 13716000"/>
              <a:gd name="connsiteX5" fmla="*/ 16632936 w 16640703"/>
              <a:gd name="connsiteY5" fmla="*/ 13716000 h 13716000"/>
              <a:gd name="connsiteX6" fmla="*/ 16632936 w 16640703"/>
              <a:gd name="connsiteY6" fmla="*/ 13716000 h 13716000"/>
              <a:gd name="connsiteX7" fmla="*/ 1645238 w 16640703"/>
              <a:gd name="connsiteY7" fmla="*/ 13716000 h 13716000"/>
              <a:gd name="connsiteX8" fmla="*/ 1238118 w 16640703"/>
              <a:gd name="connsiteY8" fmla="*/ 13412448 h 13716000"/>
              <a:gd name="connsiteX9" fmla="*/ 92737 w 16640703"/>
              <a:gd name="connsiteY9" fmla="*/ 11788435 h 13716000"/>
              <a:gd name="connsiteX10" fmla="*/ 0 w 16640703"/>
              <a:gd name="connsiteY10" fmla="*/ 11444493 h 13716000"/>
              <a:gd name="connsiteX11" fmla="*/ 0 w 16640703"/>
              <a:gd name="connsiteY11" fmla="*/ 0 h 13716000"/>
              <a:gd name="connsiteX0" fmla="*/ 0 w 16644119"/>
              <a:gd name="connsiteY0" fmla="*/ 0 h 13716000"/>
              <a:gd name="connsiteX1" fmla="*/ 14971029 w 16644119"/>
              <a:gd name="connsiteY1" fmla="*/ 0 h 13716000"/>
              <a:gd name="connsiteX2" fmla="*/ 15357002 w 16644119"/>
              <a:gd name="connsiteY2" fmla="*/ 272143 h 13716000"/>
              <a:gd name="connsiteX3" fmla="*/ 16454190 w 16644119"/>
              <a:gd name="connsiteY3" fmla="*/ 2081238 h 13716000"/>
              <a:gd name="connsiteX4" fmla="*/ 16625062 w 16644119"/>
              <a:gd name="connsiteY4" fmla="*/ 3485943 h 13716000"/>
              <a:gd name="connsiteX5" fmla="*/ 16632936 w 16644119"/>
              <a:gd name="connsiteY5" fmla="*/ 13716000 h 13716000"/>
              <a:gd name="connsiteX6" fmla="*/ 16632936 w 16644119"/>
              <a:gd name="connsiteY6" fmla="*/ 13716000 h 13716000"/>
              <a:gd name="connsiteX7" fmla="*/ 1645238 w 16644119"/>
              <a:gd name="connsiteY7" fmla="*/ 13716000 h 13716000"/>
              <a:gd name="connsiteX8" fmla="*/ 1238118 w 16644119"/>
              <a:gd name="connsiteY8" fmla="*/ 13412448 h 13716000"/>
              <a:gd name="connsiteX9" fmla="*/ 92737 w 16644119"/>
              <a:gd name="connsiteY9" fmla="*/ 11788435 h 13716000"/>
              <a:gd name="connsiteX10" fmla="*/ 0 w 16644119"/>
              <a:gd name="connsiteY10" fmla="*/ 11444493 h 13716000"/>
              <a:gd name="connsiteX11" fmla="*/ 0 w 16644119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78724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45511"/>
              <a:gd name="connsiteY0" fmla="*/ 0 h 13716000"/>
              <a:gd name="connsiteX1" fmla="*/ 14971029 w 16645511"/>
              <a:gd name="connsiteY1" fmla="*/ 0 h 13716000"/>
              <a:gd name="connsiteX2" fmla="*/ 15357002 w 16645511"/>
              <a:gd name="connsiteY2" fmla="*/ 272143 h 13716000"/>
              <a:gd name="connsiteX3" fmla="*/ 16454190 w 16645511"/>
              <a:gd name="connsiteY3" fmla="*/ 2081238 h 13716000"/>
              <a:gd name="connsiteX4" fmla="*/ 16640815 w 16645511"/>
              <a:gd name="connsiteY4" fmla="*/ 2860867 h 13716000"/>
              <a:gd name="connsiteX5" fmla="*/ 16632936 w 16645511"/>
              <a:gd name="connsiteY5" fmla="*/ 13716000 h 13716000"/>
              <a:gd name="connsiteX6" fmla="*/ 16632936 w 16645511"/>
              <a:gd name="connsiteY6" fmla="*/ 13716000 h 13716000"/>
              <a:gd name="connsiteX7" fmla="*/ 1645238 w 16645511"/>
              <a:gd name="connsiteY7" fmla="*/ 13716000 h 13716000"/>
              <a:gd name="connsiteX8" fmla="*/ 1238118 w 16645511"/>
              <a:gd name="connsiteY8" fmla="*/ 13412448 h 13716000"/>
              <a:gd name="connsiteX9" fmla="*/ 92737 w 16645511"/>
              <a:gd name="connsiteY9" fmla="*/ 11788435 h 13716000"/>
              <a:gd name="connsiteX10" fmla="*/ 0 w 16645511"/>
              <a:gd name="connsiteY10" fmla="*/ 11444493 h 13716000"/>
              <a:gd name="connsiteX11" fmla="*/ 0 w 16645511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5193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373046 w 16632937"/>
              <a:gd name="connsiteY4" fmla="*/ 2905518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87243 w 16634283"/>
              <a:gd name="connsiteY9" fmla="*/ 11591982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5286765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42975"/>
              <a:gd name="connsiteY0" fmla="*/ 0 h 13716000"/>
              <a:gd name="connsiteX1" fmla="*/ 14971029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41250 w 16642975"/>
              <a:gd name="connsiteY2" fmla="*/ 1093680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6990"/>
              <a:gd name="connsiteY0" fmla="*/ 0 h 13716000"/>
              <a:gd name="connsiteX1" fmla="*/ 14779392 w 16646990"/>
              <a:gd name="connsiteY1" fmla="*/ 0 h 13716000"/>
              <a:gd name="connsiteX2" fmla="*/ 15357003 w 16646990"/>
              <a:gd name="connsiteY2" fmla="*/ 504315 h 13716000"/>
              <a:gd name="connsiteX3" fmla="*/ 16367559 w 16646990"/>
              <a:gd name="connsiteY3" fmla="*/ 3890985 h 13716000"/>
              <a:gd name="connsiteX4" fmla="*/ 16625062 w 16646990"/>
              <a:gd name="connsiteY4" fmla="*/ 5286765 h 13716000"/>
              <a:gd name="connsiteX5" fmla="*/ 16632936 w 16646990"/>
              <a:gd name="connsiteY5" fmla="*/ 13716000 h 13716000"/>
              <a:gd name="connsiteX6" fmla="*/ 16632936 w 16646990"/>
              <a:gd name="connsiteY6" fmla="*/ 13716000 h 13716000"/>
              <a:gd name="connsiteX7" fmla="*/ 1645238 w 16646990"/>
              <a:gd name="connsiteY7" fmla="*/ 13716000 h 13716000"/>
              <a:gd name="connsiteX8" fmla="*/ 1238118 w 16646990"/>
              <a:gd name="connsiteY8" fmla="*/ 13412448 h 13716000"/>
              <a:gd name="connsiteX9" fmla="*/ 100611 w 16646990"/>
              <a:gd name="connsiteY9" fmla="*/ 11556263 h 13716000"/>
              <a:gd name="connsiteX10" fmla="*/ 0 w 16646990"/>
              <a:gd name="connsiteY10" fmla="*/ 10998008 h 13716000"/>
              <a:gd name="connsiteX11" fmla="*/ 0 w 16646990"/>
              <a:gd name="connsiteY11" fmla="*/ 0 h 13716000"/>
              <a:gd name="connsiteX0" fmla="*/ 0 w 16661469"/>
              <a:gd name="connsiteY0" fmla="*/ 0 h 13716000"/>
              <a:gd name="connsiteX1" fmla="*/ 14779392 w 16661469"/>
              <a:gd name="connsiteY1" fmla="*/ 0 h 13716000"/>
              <a:gd name="connsiteX2" fmla="*/ 15357003 w 16661469"/>
              <a:gd name="connsiteY2" fmla="*/ 504315 h 13716000"/>
              <a:gd name="connsiteX3" fmla="*/ 16170672 w 16661469"/>
              <a:gd name="connsiteY3" fmla="*/ 4212450 h 13716000"/>
              <a:gd name="connsiteX4" fmla="*/ 16625062 w 16661469"/>
              <a:gd name="connsiteY4" fmla="*/ 5286765 h 13716000"/>
              <a:gd name="connsiteX5" fmla="*/ 16632936 w 16661469"/>
              <a:gd name="connsiteY5" fmla="*/ 13716000 h 13716000"/>
              <a:gd name="connsiteX6" fmla="*/ 16632936 w 16661469"/>
              <a:gd name="connsiteY6" fmla="*/ 13716000 h 13716000"/>
              <a:gd name="connsiteX7" fmla="*/ 1645238 w 16661469"/>
              <a:gd name="connsiteY7" fmla="*/ 13716000 h 13716000"/>
              <a:gd name="connsiteX8" fmla="*/ 1238118 w 16661469"/>
              <a:gd name="connsiteY8" fmla="*/ 13412448 h 13716000"/>
              <a:gd name="connsiteX9" fmla="*/ 100611 w 16661469"/>
              <a:gd name="connsiteY9" fmla="*/ 11556263 h 13716000"/>
              <a:gd name="connsiteX10" fmla="*/ 0 w 16661469"/>
              <a:gd name="connsiteY10" fmla="*/ 10998008 h 13716000"/>
              <a:gd name="connsiteX11" fmla="*/ 0 w 16661469"/>
              <a:gd name="connsiteY11" fmla="*/ 0 h 13716000"/>
              <a:gd name="connsiteX0" fmla="*/ 0 w 16641837"/>
              <a:gd name="connsiteY0" fmla="*/ 0 h 13716000"/>
              <a:gd name="connsiteX1" fmla="*/ 14779392 w 16641837"/>
              <a:gd name="connsiteY1" fmla="*/ 0 h 13716000"/>
              <a:gd name="connsiteX2" fmla="*/ 15357003 w 16641837"/>
              <a:gd name="connsiteY2" fmla="*/ 504315 h 13716000"/>
              <a:gd name="connsiteX3" fmla="*/ 16438438 w 16641837"/>
              <a:gd name="connsiteY3" fmla="*/ 4069575 h 13716000"/>
              <a:gd name="connsiteX4" fmla="*/ 16625062 w 16641837"/>
              <a:gd name="connsiteY4" fmla="*/ 5286765 h 13716000"/>
              <a:gd name="connsiteX5" fmla="*/ 16632936 w 16641837"/>
              <a:gd name="connsiteY5" fmla="*/ 13716000 h 13716000"/>
              <a:gd name="connsiteX6" fmla="*/ 16632936 w 16641837"/>
              <a:gd name="connsiteY6" fmla="*/ 13716000 h 13716000"/>
              <a:gd name="connsiteX7" fmla="*/ 1645238 w 16641837"/>
              <a:gd name="connsiteY7" fmla="*/ 13716000 h 13716000"/>
              <a:gd name="connsiteX8" fmla="*/ 1238118 w 16641837"/>
              <a:gd name="connsiteY8" fmla="*/ 13412448 h 13716000"/>
              <a:gd name="connsiteX9" fmla="*/ 100611 w 16641837"/>
              <a:gd name="connsiteY9" fmla="*/ 11556263 h 13716000"/>
              <a:gd name="connsiteX10" fmla="*/ 0 w 16641837"/>
              <a:gd name="connsiteY10" fmla="*/ 10998008 h 13716000"/>
              <a:gd name="connsiteX11" fmla="*/ 0 w 16641837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438438 w 16632937"/>
              <a:gd name="connsiteY3" fmla="*/ 4069575 h 13716000"/>
              <a:gd name="connsiteX4" fmla="*/ 16475427 w 16632937"/>
              <a:gd name="connsiteY4" fmla="*/ 621545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7344"/>
              <a:gd name="connsiteY0" fmla="*/ 0 h 13716000"/>
              <a:gd name="connsiteX1" fmla="*/ 14779392 w 16647344"/>
              <a:gd name="connsiteY1" fmla="*/ 0 h 13716000"/>
              <a:gd name="connsiteX2" fmla="*/ 15357003 w 16647344"/>
              <a:gd name="connsiteY2" fmla="*/ 504315 h 13716000"/>
              <a:gd name="connsiteX3" fmla="*/ 16438438 w 16647344"/>
              <a:gd name="connsiteY3" fmla="*/ 4069575 h 13716000"/>
              <a:gd name="connsiteX4" fmla="*/ 16632937 w 16647344"/>
              <a:gd name="connsiteY4" fmla="*/ 5590373 h 13716000"/>
              <a:gd name="connsiteX5" fmla="*/ 16632936 w 16647344"/>
              <a:gd name="connsiteY5" fmla="*/ 13716000 h 13716000"/>
              <a:gd name="connsiteX6" fmla="*/ 16632936 w 16647344"/>
              <a:gd name="connsiteY6" fmla="*/ 13716000 h 13716000"/>
              <a:gd name="connsiteX7" fmla="*/ 1645238 w 16647344"/>
              <a:gd name="connsiteY7" fmla="*/ 13716000 h 13716000"/>
              <a:gd name="connsiteX8" fmla="*/ 1238118 w 16647344"/>
              <a:gd name="connsiteY8" fmla="*/ 13412448 h 13716000"/>
              <a:gd name="connsiteX9" fmla="*/ 100611 w 16647344"/>
              <a:gd name="connsiteY9" fmla="*/ 11556263 h 13716000"/>
              <a:gd name="connsiteX10" fmla="*/ 0 w 16647344"/>
              <a:gd name="connsiteY10" fmla="*/ 10998008 h 13716000"/>
              <a:gd name="connsiteX11" fmla="*/ 0 w 16647344"/>
              <a:gd name="connsiteY11" fmla="*/ 0 h 13716000"/>
              <a:gd name="connsiteX0" fmla="*/ 0 w 16650843"/>
              <a:gd name="connsiteY0" fmla="*/ 0 h 13716000"/>
              <a:gd name="connsiteX1" fmla="*/ 14779392 w 16650843"/>
              <a:gd name="connsiteY1" fmla="*/ 0 h 13716000"/>
              <a:gd name="connsiteX2" fmla="*/ 15357003 w 16650843"/>
              <a:gd name="connsiteY2" fmla="*/ 504315 h 13716000"/>
              <a:gd name="connsiteX3" fmla="*/ 16438438 w 16650843"/>
              <a:gd name="connsiteY3" fmla="*/ 4069575 h 13716000"/>
              <a:gd name="connsiteX4" fmla="*/ 16632937 w 16650843"/>
              <a:gd name="connsiteY4" fmla="*/ 5590373 h 13716000"/>
              <a:gd name="connsiteX5" fmla="*/ 16632936 w 16650843"/>
              <a:gd name="connsiteY5" fmla="*/ 13716000 h 13716000"/>
              <a:gd name="connsiteX6" fmla="*/ 16632936 w 16650843"/>
              <a:gd name="connsiteY6" fmla="*/ 13716000 h 13716000"/>
              <a:gd name="connsiteX7" fmla="*/ 1645238 w 16650843"/>
              <a:gd name="connsiteY7" fmla="*/ 13716000 h 13716000"/>
              <a:gd name="connsiteX8" fmla="*/ 1238118 w 16650843"/>
              <a:gd name="connsiteY8" fmla="*/ 13412448 h 13716000"/>
              <a:gd name="connsiteX9" fmla="*/ 100611 w 16650843"/>
              <a:gd name="connsiteY9" fmla="*/ 11556263 h 13716000"/>
              <a:gd name="connsiteX10" fmla="*/ 0 w 16650843"/>
              <a:gd name="connsiteY10" fmla="*/ 10998008 h 13716000"/>
              <a:gd name="connsiteX11" fmla="*/ 0 w 16650843"/>
              <a:gd name="connsiteY11" fmla="*/ 0 h 13716000"/>
              <a:gd name="connsiteX0" fmla="*/ 0 w 16652010"/>
              <a:gd name="connsiteY0" fmla="*/ 0 h 13716000"/>
              <a:gd name="connsiteX1" fmla="*/ 14779392 w 16652010"/>
              <a:gd name="connsiteY1" fmla="*/ 0 h 13716000"/>
              <a:gd name="connsiteX2" fmla="*/ 15357003 w 16652010"/>
              <a:gd name="connsiteY2" fmla="*/ 504315 h 13716000"/>
              <a:gd name="connsiteX3" fmla="*/ 16375434 w 16652010"/>
              <a:gd name="connsiteY3" fmla="*/ 4587495 h 13716000"/>
              <a:gd name="connsiteX4" fmla="*/ 16632937 w 16652010"/>
              <a:gd name="connsiteY4" fmla="*/ 5590373 h 13716000"/>
              <a:gd name="connsiteX5" fmla="*/ 16632936 w 16652010"/>
              <a:gd name="connsiteY5" fmla="*/ 13716000 h 13716000"/>
              <a:gd name="connsiteX6" fmla="*/ 16632936 w 16652010"/>
              <a:gd name="connsiteY6" fmla="*/ 13716000 h 13716000"/>
              <a:gd name="connsiteX7" fmla="*/ 1645238 w 16652010"/>
              <a:gd name="connsiteY7" fmla="*/ 13716000 h 13716000"/>
              <a:gd name="connsiteX8" fmla="*/ 1238118 w 16652010"/>
              <a:gd name="connsiteY8" fmla="*/ 13412448 h 13716000"/>
              <a:gd name="connsiteX9" fmla="*/ 100611 w 16652010"/>
              <a:gd name="connsiteY9" fmla="*/ 11556263 h 13716000"/>
              <a:gd name="connsiteX10" fmla="*/ 0 w 16652010"/>
              <a:gd name="connsiteY10" fmla="*/ 10998008 h 13716000"/>
              <a:gd name="connsiteX11" fmla="*/ 0 w 16652010"/>
              <a:gd name="connsiteY11" fmla="*/ 0 h 13716000"/>
              <a:gd name="connsiteX0" fmla="*/ 0 w 16647459"/>
              <a:gd name="connsiteY0" fmla="*/ 0 h 13716000"/>
              <a:gd name="connsiteX1" fmla="*/ 14779392 w 16647459"/>
              <a:gd name="connsiteY1" fmla="*/ 0 h 13716000"/>
              <a:gd name="connsiteX2" fmla="*/ 15357003 w 16647459"/>
              <a:gd name="connsiteY2" fmla="*/ 504315 h 13716000"/>
              <a:gd name="connsiteX3" fmla="*/ 16517191 w 16647459"/>
              <a:gd name="connsiteY3" fmla="*/ 4373183 h 13716000"/>
              <a:gd name="connsiteX4" fmla="*/ 16632937 w 16647459"/>
              <a:gd name="connsiteY4" fmla="*/ 5590373 h 13716000"/>
              <a:gd name="connsiteX5" fmla="*/ 16632936 w 16647459"/>
              <a:gd name="connsiteY5" fmla="*/ 13716000 h 13716000"/>
              <a:gd name="connsiteX6" fmla="*/ 16632936 w 16647459"/>
              <a:gd name="connsiteY6" fmla="*/ 13716000 h 13716000"/>
              <a:gd name="connsiteX7" fmla="*/ 1645238 w 16647459"/>
              <a:gd name="connsiteY7" fmla="*/ 13716000 h 13716000"/>
              <a:gd name="connsiteX8" fmla="*/ 1238118 w 16647459"/>
              <a:gd name="connsiteY8" fmla="*/ 13412448 h 13716000"/>
              <a:gd name="connsiteX9" fmla="*/ 100611 w 16647459"/>
              <a:gd name="connsiteY9" fmla="*/ 11556263 h 13716000"/>
              <a:gd name="connsiteX10" fmla="*/ 0 w 16647459"/>
              <a:gd name="connsiteY10" fmla="*/ 10998008 h 13716000"/>
              <a:gd name="connsiteX11" fmla="*/ 0 w 1664745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38010"/>
              <a:gd name="connsiteY0" fmla="*/ 0 h 13716000"/>
              <a:gd name="connsiteX1" fmla="*/ 14779392 w 16638010"/>
              <a:gd name="connsiteY1" fmla="*/ 0 h 13716000"/>
              <a:gd name="connsiteX2" fmla="*/ 15357003 w 16638010"/>
              <a:gd name="connsiteY2" fmla="*/ 504315 h 13716000"/>
              <a:gd name="connsiteX3" fmla="*/ 16517191 w 16638010"/>
              <a:gd name="connsiteY3" fmla="*/ 4373183 h 13716000"/>
              <a:gd name="connsiteX4" fmla="*/ 16632937 w 16638010"/>
              <a:gd name="connsiteY4" fmla="*/ 5590373 h 13716000"/>
              <a:gd name="connsiteX5" fmla="*/ 16632936 w 16638010"/>
              <a:gd name="connsiteY5" fmla="*/ 13716000 h 13716000"/>
              <a:gd name="connsiteX6" fmla="*/ 16632936 w 16638010"/>
              <a:gd name="connsiteY6" fmla="*/ 13716000 h 13716000"/>
              <a:gd name="connsiteX7" fmla="*/ 1645238 w 16638010"/>
              <a:gd name="connsiteY7" fmla="*/ 13716000 h 13716000"/>
              <a:gd name="connsiteX8" fmla="*/ 1238118 w 16638010"/>
              <a:gd name="connsiteY8" fmla="*/ 13412448 h 13716000"/>
              <a:gd name="connsiteX9" fmla="*/ 100611 w 16638010"/>
              <a:gd name="connsiteY9" fmla="*/ 11556263 h 13716000"/>
              <a:gd name="connsiteX10" fmla="*/ 0 w 16638010"/>
              <a:gd name="connsiteY10" fmla="*/ 10998008 h 13716000"/>
              <a:gd name="connsiteX11" fmla="*/ 0 w 16638010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517191 w 16632937"/>
              <a:gd name="connsiteY3" fmla="*/ 4373183 h 13716000"/>
              <a:gd name="connsiteX4" fmla="*/ 16373045 w 16632937"/>
              <a:gd name="connsiteY4" fmla="*/ 576896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4423"/>
              <a:gd name="connsiteY0" fmla="*/ 0 h 13716000"/>
              <a:gd name="connsiteX1" fmla="*/ 14779392 w 16644423"/>
              <a:gd name="connsiteY1" fmla="*/ 0 h 13716000"/>
              <a:gd name="connsiteX2" fmla="*/ 15357003 w 16644423"/>
              <a:gd name="connsiteY2" fmla="*/ 504315 h 13716000"/>
              <a:gd name="connsiteX3" fmla="*/ 16517191 w 16644423"/>
              <a:gd name="connsiteY3" fmla="*/ 4373183 h 13716000"/>
              <a:gd name="connsiteX4" fmla="*/ 16640812 w 16644423"/>
              <a:gd name="connsiteY4" fmla="*/ 5679660 h 13716000"/>
              <a:gd name="connsiteX5" fmla="*/ 16632936 w 16644423"/>
              <a:gd name="connsiteY5" fmla="*/ 13716000 h 13716000"/>
              <a:gd name="connsiteX6" fmla="*/ 16632936 w 16644423"/>
              <a:gd name="connsiteY6" fmla="*/ 13716000 h 13716000"/>
              <a:gd name="connsiteX7" fmla="*/ 1645238 w 16644423"/>
              <a:gd name="connsiteY7" fmla="*/ 13716000 h 13716000"/>
              <a:gd name="connsiteX8" fmla="*/ 1238118 w 16644423"/>
              <a:gd name="connsiteY8" fmla="*/ 13412448 h 13716000"/>
              <a:gd name="connsiteX9" fmla="*/ 100611 w 16644423"/>
              <a:gd name="connsiteY9" fmla="*/ 11556263 h 13716000"/>
              <a:gd name="connsiteX10" fmla="*/ 0 w 16644423"/>
              <a:gd name="connsiteY10" fmla="*/ 10998008 h 13716000"/>
              <a:gd name="connsiteX11" fmla="*/ 0 w 1664442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1099800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376252 w 16641493"/>
              <a:gd name="connsiteY9" fmla="*/ 9752460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387751 w 16641493"/>
              <a:gd name="connsiteY8" fmla="*/ 11144303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41493" h="13716000">
                <a:moveTo>
                  <a:pt x="0" y="0"/>
                </a:moveTo>
                <a:lnTo>
                  <a:pt x="14779392" y="0"/>
                </a:lnTo>
                <a:cubicBezTo>
                  <a:pt x="15216842" y="4988"/>
                  <a:pt x="15191892" y="115943"/>
                  <a:pt x="15357003" y="504315"/>
                </a:cubicBezTo>
                <a:lnTo>
                  <a:pt x="16517191" y="4373183"/>
                </a:lnTo>
                <a:cubicBezTo>
                  <a:pt x="16658661" y="4909485"/>
                  <a:pt x="16637274" y="5104785"/>
                  <a:pt x="16640812" y="5679660"/>
                </a:cubicBezTo>
                <a:cubicBezTo>
                  <a:pt x="16644350" y="6254535"/>
                  <a:pt x="16632936" y="9901169"/>
                  <a:pt x="16632936" y="13716000"/>
                </a:cubicBezTo>
                <a:lnTo>
                  <a:pt x="16632936" y="13716000"/>
                </a:lnTo>
                <a:lnTo>
                  <a:pt x="1645238" y="13716000"/>
                </a:lnTo>
                <a:cubicBezTo>
                  <a:pt x="1516674" y="13714829"/>
                  <a:pt x="1437936" y="13670790"/>
                  <a:pt x="1238119" y="13108838"/>
                </a:cubicBezTo>
                <a:lnTo>
                  <a:pt x="147863" y="9538148"/>
                </a:lnTo>
                <a:cubicBezTo>
                  <a:pt x="45697" y="9171090"/>
                  <a:pt x="2338" y="8948700"/>
                  <a:pt x="0" y="8229810"/>
                </a:cubicBez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>
              <a:defRPr lang="en-US" b="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 algn="ctr"/>
            <a:r>
              <a:rPr lang="en-US" noProof="0"/>
              <a:t>Click icon to add picture</a:t>
            </a:r>
            <a:endParaRPr lang="en-AU" noProof="0" dirty="0"/>
          </a:p>
        </p:txBody>
      </p:sp>
      <p:sp>
        <p:nvSpPr>
          <p:cNvPr id="8" name="Picture Placeholder 25">
            <a:extLst>
              <a:ext uri="{FF2B5EF4-FFF2-40B4-BE49-F238E27FC236}">
                <a16:creationId xmlns:a16="http://schemas.microsoft.com/office/drawing/2014/main" id="{EBA0BF2D-7D98-7DCE-FEE6-A213B5263FD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22420" y="4143375"/>
            <a:ext cx="5031740" cy="1828800"/>
          </a:xfrm>
          <a:custGeom>
            <a:avLst/>
            <a:gdLst>
              <a:gd name="connsiteX0" fmla="*/ 0 w 16632936"/>
              <a:gd name="connsiteY0" fmla="*/ 0 h 13716000"/>
              <a:gd name="connsiteX1" fmla="*/ 143614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203695 w 16632936"/>
              <a:gd name="connsiteY2" fmla="*/ 282122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321295 w 16632936"/>
              <a:gd name="connsiteY3" fmla="*/ 1777093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062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246909 w 16632936"/>
              <a:gd name="connsiteY3" fmla="*/ 179251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4004"/>
              <a:gd name="connsiteY0" fmla="*/ 0 h 13716000"/>
              <a:gd name="connsiteX1" fmla="*/ 14971029 w 16634004"/>
              <a:gd name="connsiteY1" fmla="*/ 0 h 13716000"/>
              <a:gd name="connsiteX2" fmla="*/ 15357002 w 16634004"/>
              <a:gd name="connsiteY2" fmla="*/ 272143 h 13716000"/>
              <a:gd name="connsiteX3" fmla="*/ 16367559 w 16634004"/>
              <a:gd name="connsiteY3" fmla="*/ 1697264 h 13716000"/>
              <a:gd name="connsiteX4" fmla="*/ 16632936 w 16634004"/>
              <a:gd name="connsiteY4" fmla="*/ 2271507 h 13716000"/>
              <a:gd name="connsiteX5" fmla="*/ 16632936 w 16634004"/>
              <a:gd name="connsiteY5" fmla="*/ 13716000 h 13716000"/>
              <a:gd name="connsiteX6" fmla="*/ 16632936 w 16634004"/>
              <a:gd name="connsiteY6" fmla="*/ 13716000 h 13716000"/>
              <a:gd name="connsiteX7" fmla="*/ 2271507 w 16634004"/>
              <a:gd name="connsiteY7" fmla="*/ 13716000 h 13716000"/>
              <a:gd name="connsiteX8" fmla="*/ 0 w 16634004"/>
              <a:gd name="connsiteY8" fmla="*/ 11444493 h 13716000"/>
              <a:gd name="connsiteX9" fmla="*/ 0 w 16634004"/>
              <a:gd name="connsiteY9" fmla="*/ 0 h 13716000"/>
              <a:gd name="connsiteX0" fmla="*/ 0 w 16633466"/>
              <a:gd name="connsiteY0" fmla="*/ 0 h 13716000"/>
              <a:gd name="connsiteX1" fmla="*/ 14971029 w 16633466"/>
              <a:gd name="connsiteY1" fmla="*/ 0 h 13716000"/>
              <a:gd name="connsiteX2" fmla="*/ 15357002 w 16633466"/>
              <a:gd name="connsiteY2" fmla="*/ 272143 h 13716000"/>
              <a:gd name="connsiteX3" fmla="*/ 16367559 w 16633466"/>
              <a:gd name="connsiteY3" fmla="*/ 1697264 h 13716000"/>
              <a:gd name="connsiteX4" fmla="*/ 16632936 w 16633466"/>
              <a:gd name="connsiteY4" fmla="*/ 2271507 h 13716000"/>
              <a:gd name="connsiteX5" fmla="*/ 16632936 w 16633466"/>
              <a:gd name="connsiteY5" fmla="*/ 13716000 h 13716000"/>
              <a:gd name="connsiteX6" fmla="*/ 16632936 w 16633466"/>
              <a:gd name="connsiteY6" fmla="*/ 13716000 h 13716000"/>
              <a:gd name="connsiteX7" fmla="*/ 2271507 w 16633466"/>
              <a:gd name="connsiteY7" fmla="*/ 13716000 h 13716000"/>
              <a:gd name="connsiteX8" fmla="*/ 0 w 16633466"/>
              <a:gd name="connsiteY8" fmla="*/ 11444493 h 13716000"/>
              <a:gd name="connsiteX9" fmla="*/ 0 w 16633466"/>
              <a:gd name="connsiteY9" fmla="*/ 0 h 13716000"/>
              <a:gd name="connsiteX0" fmla="*/ 0 w 16633185"/>
              <a:gd name="connsiteY0" fmla="*/ 0 h 13716000"/>
              <a:gd name="connsiteX1" fmla="*/ 14971029 w 16633185"/>
              <a:gd name="connsiteY1" fmla="*/ 0 h 13716000"/>
              <a:gd name="connsiteX2" fmla="*/ 15357002 w 16633185"/>
              <a:gd name="connsiteY2" fmla="*/ 272143 h 13716000"/>
              <a:gd name="connsiteX3" fmla="*/ 16367559 w 16633185"/>
              <a:gd name="connsiteY3" fmla="*/ 1697264 h 13716000"/>
              <a:gd name="connsiteX4" fmla="*/ 16632936 w 16633185"/>
              <a:gd name="connsiteY4" fmla="*/ 2271507 h 13716000"/>
              <a:gd name="connsiteX5" fmla="*/ 16632936 w 16633185"/>
              <a:gd name="connsiteY5" fmla="*/ 13716000 h 13716000"/>
              <a:gd name="connsiteX6" fmla="*/ 16632936 w 16633185"/>
              <a:gd name="connsiteY6" fmla="*/ 13716000 h 13716000"/>
              <a:gd name="connsiteX7" fmla="*/ 2271507 w 16633185"/>
              <a:gd name="connsiteY7" fmla="*/ 13716000 h 13716000"/>
              <a:gd name="connsiteX8" fmla="*/ 0 w 16633185"/>
              <a:gd name="connsiteY8" fmla="*/ 11444493 h 13716000"/>
              <a:gd name="connsiteX9" fmla="*/ 0 w 16633185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3015"/>
              <a:gd name="connsiteY0" fmla="*/ 0 h 13716000"/>
              <a:gd name="connsiteX1" fmla="*/ 14971029 w 16633015"/>
              <a:gd name="connsiteY1" fmla="*/ 0 h 13716000"/>
              <a:gd name="connsiteX2" fmla="*/ 15357002 w 16633015"/>
              <a:gd name="connsiteY2" fmla="*/ 272143 h 13716000"/>
              <a:gd name="connsiteX3" fmla="*/ 16367559 w 16633015"/>
              <a:gd name="connsiteY3" fmla="*/ 1697264 h 13716000"/>
              <a:gd name="connsiteX4" fmla="*/ 16632936 w 16633015"/>
              <a:gd name="connsiteY4" fmla="*/ 2271507 h 13716000"/>
              <a:gd name="connsiteX5" fmla="*/ 16632936 w 16633015"/>
              <a:gd name="connsiteY5" fmla="*/ 13716000 h 13716000"/>
              <a:gd name="connsiteX6" fmla="*/ 16632936 w 16633015"/>
              <a:gd name="connsiteY6" fmla="*/ 13716000 h 13716000"/>
              <a:gd name="connsiteX7" fmla="*/ 2271507 w 16633015"/>
              <a:gd name="connsiteY7" fmla="*/ 13716000 h 13716000"/>
              <a:gd name="connsiteX8" fmla="*/ 0 w 16633015"/>
              <a:gd name="connsiteY8" fmla="*/ 11444493 h 13716000"/>
              <a:gd name="connsiteX9" fmla="*/ 0 w 16633015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173699 w 16633092"/>
              <a:gd name="connsiteY8" fmla="*/ 11626510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380993 w 16633092"/>
              <a:gd name="connsiteY8" fmla="*/ 1339339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367559 w 16632937"/>
              <a:gd name="connsiteY3" fmla="*/ 1697264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40703"/>
              <a:gd name="connsiteY0" fmla="*/ 0 h 13716000"/>
              <a:gd name="connsiteX1" fmla="*/ 14971029 w 16640703"/>
              <a:gd name="connsiteY1" fmla="*/ 0 h 13716000"/>
              <a:gd name="connsiteX2" fmla="*/ 15357002 w 16640703"/>
              <a:gd name="connsiteY2" fmla="*/ 272143 h 13716000"/>
              <a:gd name="connsiteX3" fmla="*/ 16454190 w 16640703"/>
              <a:gd name="connsiteY3" fmla="*/ 2081238 h 13716000"/>
              <a:gd name="connsiteX4" fmla="*/ 16625062 w 16640703"/>
              <a:gd name="connsiteY4" fmla="*/ 3485943 h 13716000"/>
              <a:gd name="connsiteX5" fmla="*/ 16632936 w 16640703"/>
              <a:gd name="connsiteY5" fmla="*/ 13716000 h 13716000"/>
              <a:gd name="connsiteX6" fmla="*/ 16632936 w 16640703"/>
              <a:gd name="connsiteY6" fmla="*/ 13716000 h 13716000"/>
              <a:gd name="connsiteX7" fmla="*/ 1645238 w 16640703"/>
              <a:gd name="connsiteY7" fmla="*/ 13716000 h 13716000"/>
              <a:gd name="connsiteX8" fmla="*/ 1238118 w 16640703"/>
              <a:gd name="connsiteY8" fmla="*/ 13412448 h 13716000"/>
              <a:gd name="connsiteX9" fmla="*/ 92737 w 16640703"/>
              <a:gd name="connsiteY9" fmla="*/ 11788435 h 13716000"/>
              <a:gd name="connsiteX10" fmla="*/ 0 w 16640703"/>
              <a:gd name="connsiteY10" fmla="*/ 11444493 h 13716000"/>
              <a:gd name="connsiteX11" fmla="*/ 0 w 16640703"/>
              <a:gd name="connsiteY11" fmla="*/ 0 h 13716000"/>
              <a:gd name="connsiteX0" fmla="*/ 0 w 16644119"/>
              <a:gd name="connsiteY0" fmla="*/ 0 h 13716000"/>
              <a:gd name="connsiteX1" fmla="*/ 14971029 w 16644119"/>
              <a:gd name="connsiteY1" fmla="*/ 0 h 13716000"/>
              <a:gd name="connsiteX2" fmla="*/ 15357002 w 16644119"/>
              <a:gd name="connsiteY2" fmla="*/ 272143 h 13716000"/>
              <a:gd name="connsiteX3" fmla="*/ 16454190 w 16644119"/>
              <a:gd name="connsiteY3" fmla="*/ 2081238 h 13716000"/>
              <a:gd name="connsiteX4" fmla="*/ 16625062 w 16644119"/>
              <a:gd name="connsiteY4" fmla="*/ 3485943 h 13716000"/>
              <a:gd name="connsiteX5" fmla="*/ 16632936 w 16644119"/>
              <a:gd name="connsiteY5" fmla="*/ 13716000 h 13716000"/>
              <a:gd name="connsiteX6" fmla="*/ 16632936 w 16644119"/>
              <a:gd name="connsiteY6" fmla="*/ 13716000 h 13716000"/>
              <a:gd name="connsiteX7" fmla="*/ 1645238 w 16644119"/>
              <a:gd name="connsiteY7" fmla="*/ 13716000 h 13716000"/>
              <a:gd name="connsiteX8" fmla="*/ 1238118 w 16644119"/>
              <a:gd name="connsiteY8" fmla="*/ 13412448 h 13716000"/>
              <a:gd name="connsiteX9" fmla="*/ 92737 w 16644119"/>
              <a:gd name="connsiteY9" fmla="*/ 11788435 h 13716000"/>
              <a:gd name="connsiteX10" fmla="*/ 0 w 16644119"/>
              <a:gd name="connsiteY10" fmla="*/ 11444493 h 13716000"/>
              <a:gd name="connsiteX11" fmla="*/ 0 w 16644119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78724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45511"/>
              <a:gd name="connsiteY0" fmla="*/ 0 h 13716000"/>
              <a:gd name="connsiteX1" fmla="*/ 14971029 w 16645511"/>
              <a:gd name="connsiteY1" fmla="*/ 0 h 13716000"/>
              <a:gd name="connsiteX2" fmla="*/ 15357002 w 16645511"/>
              <a:gd name="connsiteY2" fmla="*/ 272143 h 13716000"/>
              <a:gd name="connsiteX3" fmla="*/ 16454190 w 16645511"/>
              <a:gd name="connsiteY3" fmla="*/ 2081238 h 13716000"/>
              <a:gd name="connsiteX4" fmla="*/ 16640815 w 16645511"/>
              <a:gd name="connsiteY4" fmla="*/ 2860867 h 13716000"/>
              <a:gd name="connsiteX5" fmla="*/ 16632936 w 16645511"/>
              <a:gd name="connsiteY5" fmla="*/ 13716000 h 13716000"/>
              <a:gd name="connsiteX6" fmla="*/ 16632936 w 16645511"/>
              <a:gd name="connsiteY6" fmla="*/ 13716000 h 13716000"/>
              <a:gd name="connsiteX7" fmla="*/ 1645238 w 16645511"/>
              <a:gd name="connsiteY7" fmla="*/ 13716000 h 13716000"/>
              <a:gd name="connsiteX8" fmla="*/ 1238118 w 16645511"/>
              <a:gd name="connsiteY8" fmla="*/ 13412448 h 13716000"/>
              <a:gd name="connsiteX9" fmla="*/ 92737 w 16645511"/>
              <a:gd name="connsiteY9" fmla="*/ 11788435 h 13716000"/>
              <a:gd name="connsiteX10" fmla="*/ 0 w 16645511"/>
              <a:gd name="connsiteY10" fmla="*/ 11444493 h 13716000"/>
              <a:gd name="connsiteX11" fmla="*/ 0 w 16645511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5193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373046 w 16632937"/>
              <a:gd name="connsiteY4" fmla="*/ 2905518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87243 w 16634283"/>
              <a:gd name="connsiteY9" fmla="*/ 11591982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5286765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42975"/>
              <a:gd name="connsiteY0" fmla="*/ 0 h 13716000"/>
              <a:gd name="connsiteX1" fmla="*/ 14971029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41250 w 16642975"/>
              <a:gd name="connsiteY2" fmla="*/ 1093680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6990"/>
              <a:gd name="connsiteY0" fmla="*/ 0 h 13716000"/>
              <a:gd name="connsiteX1" fmla="*/ 14779392 w 16646990"/>
              <a:gd name="connsiteY1" fmla="*/ 0 h 13716000"/>
              <a:gd name="connsiteX2" fmla="*/ 15357003 w 16646990"/>
              <a:gd name="connsiteY2" fmla="*/ 504315 h 13716000"/>
              <a:gd name="connsiteX3" fmla="*/ 16367559 w 16646990"/>
              <a:gd name="connsiteY3" fmla="*/ 3890985 h 13716000"/>
              <a:gd name="connsiteX4" fmla="*/ 16625062 w 16646990"/>
              <a:gd name="connsiteY4" fmla="*/ 5286765 h 13716000"/>
              <a:gd name="connsiteX5" fmla="*/ 16632936 w 16646990"/>
              <a:gd name="connsiteY5" fmla="*/ 13716000 h 13716000"/>
              <a:gd name="connsiteX6" fmla="*/ 16632936 w 16646990"/>
              <a:gd name="connsiteY6" fmla="*/ 13716000 h 13716000"/>
              <a:gd name="connsiteX7" fmla="*/ 1645238 w 16646990"/>
              <a:gd name="connsiteY7" fmla="*/ 13716000 h 13716000"/>
              <a:gd name="connsiteX8" fmla="*/ 1238118 w 16646990"/>
              <a:gd name="connsiteY8" fmla="*/ 13412448 h 13716000"/>
              <a:gd name="connsiteX9" fmla="*/ 100611 w 16646990"/>
              <a:gd name="connsiteY9" fmla="*/ 11556263 h 13716000"/>
              <a:gd name="connsiteX10" fmla="*/ 0 w 16646990"/>
              <a:gd name="connsiteY10" fmla="*/ 10998008 h 13716000"/>
              <a:gd name="connsiteX11" fmla="*/ 0 w 16646990"/>
              <a:gd name="connsiteY11" fmla="*/ 0 h 13716000"/>
              <a:gd name="connsiteX0" fmla="*/ 0 w 16661469"/>
              <a:gd name="connsiteY0" fmla="*/ 0 h 13716000"/>
              <a:gd name="connsiteX1" fmla="*/ 14779392 w 16661469"/>
              <a:gd name="connsiteY1" fmla="*/ 0 h 13716000"/>
              <a:gd name="connsiteX2" fmla="*/ 15357003 w 16661469"/>
              <a:gd name="connsiteY2" fmla="*/ 504315 h 13716000"/>
              <a:gd name="connsiteX3" fmla="*/ 16170672 w 16661469"/>
              <a:gd name="connsiteY3" fmla="*/ 4212450 h 13716000"/>
              <a:gd name="connsiteX4" fmla="*/ 16625062 w 16661469"/>
              <a:gd name="connsiteY4" fmla="*/ 5286765 h 13716000"/>
              <a:gd name="connsiteX5" fmla="*/ 16632936 w 16661469"/>
              <a:gd name="connsiteY5" fmla="*/ 13716000 h 13716000"/>
              <a:gd name="connsiteX6" fmla="*/ 16632936 w 16661469"/>
              <a:gd name="connsiteY6" fmla="*/ 13716000 h 13716000"/>
              <a:gd name="connsiteX7" fmla="*/ 1645238 w 16661469"/>
              <a:gd name="connsiteY7" fmla="*/ 13716000 h 13716000"/>
              <a:gd name="connsiteX8" fmla="*/ 1238118 w 16661469"/>
              <a:gd name="connsiteY8" fmla="*/ 13412448 h 13716000"/>
              <a:gd name="connsiteX9" fmla="*/ 100611 w 16661469"/>
              <a:gd name="connsiteY9" fmla="*/ 11556263 h 13716000"/>
              <a:gd name="connsiteX10" fmla="*/ 0 w 16661469"/>
              <a:gd name="connsiteY10" fmla="*/ 10998008 h 13716000"/>
              <a:gd name="connsiteX11" fmla="*/ 0 w 16661469"/>
              <a:gd name="connsiteY11" fmla="*/ 0 h 13716000"/>
              <a:gd name="connsiteX0" fmla="*/ 0 w 16641837"/>
              <a:gd name="connsiteY0" fmla="*/ 0 h 13716000"/>
              <a:gd name="connsiteX1" fmla="*/ 14779392 w 16641837"/>
              <a:gd name="connsiteY1" fmla="*/ 0 h 13716000"/>
              <a:gd name="connsiteX2" fmla="*/ 15357003 w 16641837"/>
              <a:gd name="connsiteY2" fmla="*/ 504315 h 13716000"/>
              <a:gd name="connsiteX3" fmla="*/ 16438438 w 16641837"/>
              <a:gd name="connsiteY3" fmla="*/ 4069575 h 13716000"/>
              <a:gd name="connsiteX4" fmla="*/ 16625062 w 16641837"/>
              <a:gd name="connsiteY4" fmla="*/ 5286765 h 13716000"/>
              <a:gd name="connsiteX5" fmla="*/ 16632936 w 16641837"/>
              <a:gd name="connsiteY5" fmla="*/ 13716000 h 13716000"/>
              <a:gd name="connsiteX6" fmla="*/ 16632936 w 16641837"/>
              <a:gd name="connsiteY6" fmla="*/ 13716000 h 13716000"/>
              <a:gd name="connsiteX7" fmla="*/ 1645238 w 16641837"/>
              <a:gd name="connsiteY7" fmla="*/ 13716000 h 13716000"/>
              <a:gd name="connsiteX8" fmla="*/ 1238118 w 16641837"/>
              <a:gd name="connsiteY8" fmla="*/ 13412448 h 13716000"/>
              <a:gd name="connsiteX9" fmla="*/ 100611 w 16641837"/>
              <a:gd name="connsiteY9" fmla="*/ 11556263 h 13716000"/>
              <a:gd name="connsiteX10" fmla="*/ 0 w 16641837"/>
              <a:gd name="connsiteY10" fmla="*/ 10998008 h 13716000"/>
              <a:gd name="connsiteX11" fmla="*/ 0 w 16641837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438438 w 16632937"/>
              <a:gd name="connsiteY3" fmla="*/ 4069575 h 13716000"/>
              <a:gd name="connsiteX4" fmla="*/ 16475427 w 16632937"/>
              <a:gd name="connsiteY4" fmla="*/ 621545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7344"/>
              <a:gd name="connsiteY0" fmla="*/ 0 h 13716000"/>
              <a:gd name="connsiteX1" fmla="*/ 14779392 w 16647344"/>
              <a:gd name="connsiteY1" fmla="*/ 0 h 13716000"/>
              <a:gd name="connsiteX2" fmla="*/ 15357003 w 16647344"/>
              <a:gd name="connsiteY2" fmla="*/ 504315 h 13716000"/>
              <a:gd name="connsiteX3" fmla="*/ 16438438 w 16647344"/>
              <a:gd name="connsiteY3" fmla="*/ 4069575 h 13716000"/>
              <a:gd name="connsiteX4" fmla="*/ 16632937 w 16647344"/>
              <a:gd name="connsiteY4" fmla="*/ 5590373 h 13716000"/>
              <a:gd name="connsiteX5" fmla="*/ 16632936 w 16647344"/>
              <a:gd name="connsiteY5" fmla="*/ 13716000 h 13716000"/>
              <a:gd name="connsiteX6" fmla="*/ 16632936 w 16647344"/>
              <a:gd name="connsiteY6" fmla="*/ 13716000 h 13716000"/>
              <a:gd name="connsiteX7" fmla="*/ 1645238 w 16647344"/>
              <a:gd name="connsiteY7" fmla="*/ 13716000 h 13716000"/>
              <a:gd name="connsiteX8" fmla="*/ 1238118 w 16647344"/>
              <a:gd name="connsiteY8" fmla="*/ 13412448 h 13716000"/>
              <a:gd name="connsiteX9" fmla="*/ 100611 w 16647344"/>
              <a:gd name="connsiteY9" fmla="*/ 11556263 h 13716000"/>
              <a:gd name="connsiteX10" fmla="*/ 0 w 16647344"/>
              <a:gd name="connsiteY10" fmla="*/ 10998008 h 13716000"/>
              <a:gd name="connsiteX11" fmla="*/ 0 w 16647344"/>
              <a:gd name="connsiteY11" fmla="*/ 0 h 13716000"/>
              <a:gd name="connsiteX0" fmla="*/ 0 w 16650843"/>
              <a:gd name="connsiteY0" fmla="*/ 0 h 13716000"/>
              <a:gd name="connsiteX1" fmla="*/ 14779392 w 16650843"/>
              <a:gd name="connsiteY1" fmla="*/ 0 h 13716000"/>
              <a:gd name="connsiteX2" fmla="*/ 15357003 w 16650843"/>
              <a:gd name="connsiteY2" fmla="*/ 504315 h 13716000"/>
              <a:gd name="connsiteX3" fmla="*/ 16438438 w 16650843"/>
              <a:gd name="connsiteY3" fmla="*/ 4069575 h 13716000"/>
              <a:gd name="connsiteX4" fmla="*/ 16632937 w 16650843"/>
              <a:gd name="connsiteY4" fmla="*/ 5590373 h 13716000"/>
              <a:gd name="connsiteX5" fmla="*/ 16632936 w 16650843"/>
              <a:gd name="connsiteY5" fmla="*/ 13716000 h 13716000"/>
              <a:gd name="connsiteX6" fmla="*/ 16632936 w 16650843"/>
              <a:gd name="connsiteY6" fmla="*/ 13716000 h 13716000"/>
              <a:gd name="connsiteX7" fmla="*/ 1645238 w 16650843"/>
              <a:gd name="connsiteY7" fmla="*/ 13716000 h 13716000"/>
              <a:gd name="connsiteX8" fmla="*/ 1238118 w 16650843"/>
              <a:gd name="connsiteY8" fmla="*/ 13412448 h 13716000"/>
              <a:gd name="connsiteX9" fmla="*/ 100611 w 16650843"/>
              <a:gd name="connsiteY9" fmla="*/ 11556263 h 13716000"/>
              <a:gd name="connsiteX10" fmla="*/ 0 w 16650843"/>
              <a:gd name="connsiteY10" fmla="*/ 10998008 h 13716000"/>
              <a:gd name="connsiteX11" fmla="*/ 0 w 16650843"/>
              <a:gd name="connsiteY11" fmla="*/ 0 h 13716000"/>
              <a:gd name="connsiteX0" fmla="*/ 0 w 16652010"/>
              <a:gd name="connsiteY0" fmla="*/ 0 h 13716000"/>
              <a:gd name="connsiteX1" fmla="*/ 14779392 w 16652010"/>
              <a:gd name="connsiteY1" fmla="*/ 0 h 13716000"/>
              <a:gd name="connsiteX2" fmla="*/ 15357003 w 16652010"/>
              <a:gd name="connsiteY2" fmla="*/ 504315 h 13716000"/>
              <a:gd name="connsiteX3" fmla="*/ 16375434 w 16652010"/>
              <a:gd name="connsiteY3" fmla="*/ 4587495 h 13716000"/>
              <a:gd name="connsiteX4" fmla="*/ 16632937 w 16652010"/>
              <a:gd name="connsiteY4" fmla="*/ 5590373 h 13716000"/>
              <a:gd name="connsiteX5" fmla="*/ 16632936 w 16652010"/>
              <a:gd name="connsiteY5" fmla="*/ 13716000 h 13716000"/>
              <a:gd name="connsiteX6" fmla="*/ 16632936 w 16652010"/>
              <a:gd name="connsiteY6" fmla="*/ 13716000 h 13716000"/>
              <a:gd name="connsiteX7" fmla="*/ 1645238 w 16652010"/>
              <a:gd name="connsiteY7" fmla="*/ 13716000 h 13716000"/>
              <a:gd name="connsiteX8" fmla="*/ 1238118 w 16652010"/>
              <a:gd name="connsiteY8" fmla="*/ 13412448 h 13716000"/>
              <a:gd name="connsiteX9" fmla="*/ 100611 w 16652010"/>
              <a:gd name="connsiteY9" fmla="*/ 11556263 h 13716000"/>
              <a:gd name="connsiteX10" fmla="*/ 0 w 16652010"/>
              <a:gd name="connsiteY10" fmla="*/ 10998008 h 13716000"/>
              <a:gd name="connsiteX11" fmla="*/ 0 w 16652010"/>
              <a:gd name="connsiteY11" fmla="*/ 0 h 13716000"/>
              <a:gd name="connsiteX0" fmla="*/ 0 w 16647459"/>
              <a:gd name="connsiteY0" fmla="*/ 0 h 13716000"/>
              <a:gd name="connsiteX1" fmla="*/ 14779392 w 16647459"/>
              <a:gd name="connsiteY1" fmla="*/ 0 h 13716000"/>
              <a:gd name="connsiteX2" fmla="*/ 15357003 w 16647459"/>
              <a:gd name="connsiteY2" fmla="*/ 504315 h 13716000"/>
              <a:gd name="connsiteX3" fmla="*/ 16517191 w 16647459"/>
              <a:gd name="connsiteY3" fmla="*/ 4373183 h 13716000"/>
              <a:gd name="connsiteX4" fmla="*/ 16632937 w 16647459"/>
              <a:gd name="connsiteY4" fmla="*/ 5590373 h 13716000"/>
              <a:gd name="connsiteX5" fmla="*/ 16632936 w 16647459"/>
              <a:gd name="connsiteY5" fmla="*/ 13716000 h 13716000"/>
              <a:gd name="connsiteX6" fmla="*/ 16632936 w 16647459"/>
              <a:gd name="connsiteY6" fmla="*/ 13716000 h 13716000"/>
              <a:gd name="connsiteX7" fmla="*/ 1645238 w 16647459"/>
              <a:gd name="connsiteY7" fmla="*/ 13716000 h 13716000"/>
              <a:gd name="connsiteX8" fmla="*/ 1238118 w 16647459"/>
              <a:gd name="connsiteY8" fmla="*/ 13412448 h 13716000"/>
              <a:gd name="connsiteX9" fmla="*/ 100611 w 16647459"/>
              <a:gd name="connsiteY9" fmla="*/ 11556263 h 13716000"/>
              <a:gd name="connsiteX10" fmla="*/ 0 w 16647459"/>
              <a:gd name="connsiteY10" fmla="*/ 10998008 h 13716000"/>
              <a:gd name="connsiteX11" fmla="*/ 0 w 1664745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38010"/>
              <a:gd name="connsiteY0" fmla="*/ 0 h 13716000"/>
              <a:gd name="connsiteX1" fmla="*/ 14779392 w 16638010"/>
              <a:gd name="connsiteY1" fmla="*/ 0 h 13716000"/>
              <a:gd name="connsiteX2" fmla="*/ 15357003 w 16638010"/>
              <a:gd name="connsiteY2" fmla="*/ 504315 h 13716000"/>
              <a:gd name="connsiteX3" fmla="*/ 16517191 w 16638010"/>
              <a:gd name="connsiteY3" fmla="*/ 4373183 h 13716000"/>
              <a:gd name="connsiteX4" fmla="*/ 16632937 w 16638010"/>
              <a:gd name="connsiteY4" fmla="*/ 5590373 h 13716000"/>
              <a:gd name="connsiteX5" fmla="*/ 16632936 w 16638010"/>
              <a:gd name="connsiteY5" fmla="*/ 13716000 h 13716000"/>
              <a:gd name="connsiteX6" fmla="*/ 16632936 w 16638010"/>
              <a:gd name="connsiteY6" fmla="*/ 13716000 h 13716000"/>
              <a:gd name="connsiteX7" fmla="*/ 1645238 w 16638010"/>
              <a:gd name="connsiteY7" fmla="*/ 13716000 h 13716000"/>
              <a:gd name="connsiteX8" fmla="*/ 1238118 w 16638010"/>
              <a:gd name="connsiteY8" fmla="*/ 13412448 h 13716000"/>
              <a:gd name="connsiteX9" fmla="*/ 100611 w 16638010"/>
              <a:gd name="connsiteY9" fmla="*/ 11556263 h 13716000"/>
              <a:gd name="connsiteX10" fmla="*/ 0 w 16638010"/>
              <a:gd name="connsiteY10" fmla="*/ 10998008 h 13716000"/>
              <a:gd name="connsiteX11" fmla="*/ 0 w 16638010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517191 w 16632937"/>
              <a:gd name="connsiteY3" fmla="*/ 4373183 h 13716000"/>
              <a:gd name="connsiteX4" fmla="*/ 16373045 w 16632937"/>
              <a:gd name="connsiteY4" fmla="*/ 576896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4423"/>
              <a:gd name="connsiteY0" fmla="*/ 0 h 13716000"/>
              <a:gd name="connsiteX1" fmla="*/ 14779392 w 16644423"/>
              <a:gd name="connsiteY1" fmla="*/ 0 h 13716000"/>
              <a:gd name="connsiteX2" fmla="*/ 15357003 w 16644423"/>
              <a:gd name="connsiteY2" fmla="*/ 504315 h 13716000"/>
              <a:gd name="connsiteX3" fmla="*/ 16517191 w 16644423"/>
              <a:gd name="connsiteY3" fmla="*/ 4373183 h 13716000"/>
              <a:gd name="connsiteX4" fmla="*/ 16640812 w 16644423"/>
              <a:gd name="connsiteY4" fmla="*/ 5679660 h 13716000"/>
              <a:gd name="connsiteX5" fmla="*/ 16632936 w 16644423"/>
              <a:gd name="connsiteY5" fmla="*/ 13716000 h 13716000"/>
              <a:gd name="connsiteX6" fmla="*/ 16632936 w 16644423"/>
              <a:gd name="connsiteY6" fmla="*/ 13716000 h 13716000"/>
              <a:gd name="connsiteX7" fmla="*/ 1645238 w 16644423"/>
              <a:gd name="connsiteY7" fmla="*/ 13716000 h 13716000"/>
              <a:gd name="connsiteX8" fmla="*/ 1238118 w 16644423"/>
              <a:gd name="connsiteY8" fmla="*/ 13412448 h 13716000"/>
              <a:gd name="connsiteX9" fmla="*/ 100611 w 16644423"/>
              <a:gd name="connsiteY9" fmla="*/ 11556263 h 13716000"/>
              <a:gd name="connsiteX10" fmla="*/ 0 w 16644423"/>
              <a:gd name="connsiteY10" fmla="*/ 10998008 h 13716000"/>
              <a:gd name="connsiteX11" fmla="*/ 0 w 1664442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1099800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376252 w 16641493"/>
              <a:gd name="connsiteY9" fmla="*/ 9752460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387751 w 16641493"/>
              <a:gd name="connsiteY8" fmla="*/ 11144303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41493" h="13716000">
                <a:moveTo>
                  <a:pt x="0" y="0"/>
                </a:moveTo>
                <a:lnTo>
                  <a:pt x="14779392" y="0"/>
                </a:lnTo>
                <a:cubicBezTo>
                  <a:pt x="15216842" y="4988"/>
                  <a:pt x="15191892" y="115943"/>
                  <a:pt x="15357003" y="504315"/>
                </a:cubicBezTo>
                <a:lnTo>
                  <a:pt x="16517191" y="4373183"/>
                </a:lnTo>
                <a:cubicBezTo>
                  <a:pt x="16658661" y="4909485"/>
                  <a:pt x="16637274" y="5104785"/>
                  <a:pt x="16640812" y="5679660"/>
                </a:cubicBezTo>
                <a:cubicBezTo>
                  <a:pt x="16644350" y="6254535"/>
                  <a:pt x="16632936" y="9901169"/>
                  <a:pt x="16632936" y="13716000"/>
                </a:cubicBezTo>
                <a:lnTo>
                  <a:pt x="16632936" y="13716000"/>
                </a:lnTo>
                <a:lnTo>
                  <a:pt x="1645238" y="13716000"/>
                </a:lnTo>
                <a:cubicBezTo>
                  <a:pt x="1516674" y="13714829"/>
                  <a:pt x="1437936" y="13670790"/>
                  <a:pt x="1238119" y="13108838"/>
                </a:cubicBezTo>
                <a:lnTo>
                  <a:pt x="147863" y="9538148"/>
                </a:lnTo>
                <a:cubicBezTo>
                  <a:pt x="45697" y="9171090"/>
                  <a:pt x="2338" y="8948700"/>
                  <a:pt x="0" y="8229810"/>
                </a:cubicBez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>
              <a:defRPr lang="en-US" b="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 algn="ctr"/>
            <a:r>
              <a:rPr lang="en-US" noProof="0"/>
              <a:t>Click icon to add picture</a:t>
            </a:r>
            <a:endParaRPr lang="en-AU" noProof="0" dirty="0"/>
          </a:p>
        </p:txBody>
      </p:sp>
      <p:sp>
        <p:nvSpPr>
          <p:cNvPr id="9" name="Picture Placeholder 25">
            <a:extLst>
              <a:ext uri="{FF2B5EF4-FFF2-40B4-BE49-F238E27FC236}">
                <a16:creationId xmlns:a16="http://schemas.microsoft.com/office/drawing/2014/main" id="{8817C305-23DC-41D5-65D0-89E83BEEDEB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22420" y="1861820"/>
            <a:ext cx="5031740" cy="1828800"/>
          </a:xfrm>
          <a:custGeom>
            <a:avLst/>
            <a:gdLst>
              <a:gd name="connsiteX0" fmla="*/ 0 w 16632936"/>
              <a:gd name="connsiteY0" fmla="*/ 0 h 13716000"/>
              <a:gd name="connsiteX1" fmla="*/ 143614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203695 w 16632936"/>
              <a:gd name="connsiteY2" fmla="*/ 282122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321295 w 16632936"/>
              <a:gd name="connsiteY3" fmla="*/ 1777093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062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246909 w 16632936"/>
              <a:gd name="connsiteY3" fmla="*/ 179251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4004"/>
              <a:gd name="connsiteY0" fmla="*/ 0 h 13716000"/>
              <a:gd name="connsiteX1" fmla="*/ 14971029 w 16634004"/>
              <a:gd name="connsiteY1" fmla="*/ 0 h 13716000"/>
              <a:gd name="connsiteX2" fmla="*/ 15357002 w 16634004"/>
              <a:gd name="connsiteY2" fmla="*/ 272143 h 13716000"/>
              <a:gd name="connsiteX3" fmla="*/ 16367559 w 16634004"/>
              <a:gd name="connsiteY3" fmla="*/ 1697264 h 13716000"/>
              <a:gd name="connsiteX4" fmla="*/ 16632936 w 16634004"/>
              <a:gd name="connsiteY4" fmla="*/ 2271507 h 13716000"/>
              <a:gd name="connsiteX5" fmla="*/ 16632936 w 16634004"/>
              <a:gd name="connsiteY5" fmla="*/ 13716000 h 13716000"/>
              <a:gd name="connsiteX6" fmla="*/ 16632936 w 16634004"/>
              <a:gd name="connsiteY6" fmla="*/ 13716000 h 13716000"/>
              <a:gd name="connsiteX7" fmla="*/ 2271507 w 16634004"/>
              <a:gd name="connsiteY7" fmla="*/ 13716000 h 13716000"/>
              <a:gd name="connsiteX8" fmla="*/ 0 w 16634004"/>
              <a:gd name="connsiteY8" fmla="*/ 11444493 h 13716000"/>
              <a:gd name="connsiteX9" fmla="*/ 0 w 16634004"/>
              <a:gd name="connsiteY9" fmla="*/ 0 h 13716000"/>
              <a:gd name="connsiteX0" fmla="*/ 0 w 16633466"/>
              <a:gd name="connsiteY0" fmla="*/ 0 h 13716000"/>
              <a:gd name="connsiteX1" fmla="*/ 14971029 w 16633466"/>
              <a:gd name="connsiteY1" fmla="*/ 0 h 13716000"/>
              <a:gd name="connsiteX2" fmla="*/ 15357002 w 16633466"/>
              <a:gd name="connsiteY2" fmla="*/ 272143 h 13716000"/>
              <a:gd name="connsiteX3" fmla="*/ 16367559 w 16633466"/>
              <a:gd name="connsiteY3" fmla="*/ 1697264 h 13716000"/>
              <a:gd name="connsiteX4" fmla="*/ 16632936 w 16633466"/>
              <a:gd name="connsiteY4" fmla="*/ 2271507 h 13716000"/>
              <a:gd name="connsiteX5" fmla="*/ 16632936 w 16633466"/>
              <a:gd name="connsiteY5" fmla="*/ 13716000 h 13716000"/>
              <a:gd name="connsiteX6" fmla="*/ 16632936 w 16633466"/>
              <a:gd name="connsiteY6" fmla="*/ 13716000 h 13716000"/>
              <a:gd name="connsiteX7" fmla="*/ 2271507 w 16633466"/>
              <a:gd name="connsiteY7" fmla="*/ 13716000 h 13716000"/>
              <a:gd name="connsiteX8" fmla="*/ 0 w 16633466"/>
              <a:gd name="connsiteY8" fmla="*/ 11444493 h 13716000"/>
              <a:gd name="connsiteX9" fmla="*/ 0 w 16633466"/>
              <a:gd name="connsiteY9" fmla="*/ 0 h 13716000"/>
              <a:gd name="connsiteX0" fmla="*/ 0 w 16633185"/>
              <a:gd name="connsiteY0" fmla="*/ 0 h 13716000"/>
              <a:gd name="connsiteX1" fmla="*/ 14971029 w 16633185"/>
              <a:gd name="connsiteY1" fmla="*/ 0 h 13716000"/>
              <a:gd name="connsiteX2" fmla="*/ 15357002 w 16633185"/>
              <a:gd name="connsiteY2" fmla="*/ 272143 h 13716000"/>
              <a:gd name="connsiteX3" fmla="*/ 16367559 w 16633185"/>
              <a:gd name="connsiteY3" fmla="*/ 1697264 h 13716000"/>
              <a:gd name="connsiteX4" fmla="*/ 16632936 w 16633185"/>
              <a:gd name="connsiteY4" fmla="*/ 2271507 h 13716000"/>
              <a:gd name="connsiteX5" fmla="*/ 16632936 w 16633185"/>
              <a:gd name="connsiteY5" fmla="*/ 13716000 h 13716000"/>
              <a:gd name="connsiteX6" fmla="*/ 16632936 w 16633185"/>
              <a:gd name="connsiteY6" fmla="*/ 13716000 h 13716000"/>
              <a:gd name="connsiteX7" fmla="*/ 2271507 w 16633185"/>
              <a:gd name="connsiteY7" fmla="*/ 13716000 h 13716000"/>
              <a:gd name="connsiteX8" fmla="*/ 0 w 16633185"/>
              <a:gd name="connsiteY8" fmla="*/ 11444493 h 13716000"/>
              <a:gd name="connsiteX9" fmla="*/ 0 w 16633185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3015"/>
              <a:gd name="connsiteY0" fmla="*/ 0 h 13716000"/>
              <a:gd name="connsiteX1" fmla="*/ 14971029 w 16633015"/>
              <a:gd name="connsiteY1" fmla="*/ 0 h 13716000"/>
              <a:gd name="connsiteX2" fmla="*/ 15357002 w 16633015"/>
              <a:gd name="connsiteY2" fmla="*/ 272143 h 13716000"/>
              <a:gd name="connsiteX3" fmla="*/ 16367559 w 16633015"/>
              <a:gd name="connsiteY3" fmla="*/ 1697264 h 13716000"/>
              <a:gd name="connsiteX4" fmla="*/ 16632936 w 16633015"/>
              <a:gd name="connsiteY4" fmla="*/ 2271507 h 13716000"/>
              <a:gd name="connsiteX5" fmla="*/ 16632936 w 16633015"/>
              <a:gd name="connsiteY5" fmla="*/ 13716000 h 13716000"/>
              <a:gd name="connsiteX6" fmla="*/ 16632936 w 16633015"/>
              <a:gd name="connsiteY6" fmla="*/ 13716000 h 13716000"/>
              <a:gd name="connsiteX7" fmla="*/ 2271507 w 16633015"/>
              <a:gd name="connsiteY7" fmla="*/ 13716000 h 13716000"/>
              <a:gd name="connsiteX8" fmla="*/ 0 w 16633015"/>
              <a:gd name="connsiteY8" fmla="*/ 11444493 h 13716000"/>
              <a:gd name="connsiteX9" fmla="*/ 0 w 16633015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173699 w 16633092"/>
              <a:gd name="connsiteY8" fmla="*/ 11626510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380993 w 16633092"/>
              <a:gd name="connsiteY8" fmla="*/ 1339339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367559 w 16632937"/>
              <a:gd name="connsiteY3" fmla="*/ 1697264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40703"/>
              <a:gd name="connsiteY0" fmla="*/ 0 h 13716000"/>
              <a:gd name="connsiteX1" fmla="*/ 14971029 w 16640703"/>
              <a:gd name="connsiteY1" fmla="*/ 0 h 13716000"/>
              <a:gd name="connsiteX2" fmla="*/ 15357002 w 16640703"/>
              <a:gd name="connsiteY2" fmla="*/ 272143 h 13716000"/>
              <a:gd name="connsiteX3" fmla="*/ 16454190 w 16640703"/>
              <a:gd name="connsiteY3" fmla="*/ 2081238 h 13716000"/>
              <a:gd name="connsiteX4" fmla="*/ 16625062 w 16640703"/>
              <a:gd name="connsiteY4" fmla="*/ 3485943 h 13716000"/>
              <a:gd name="connsiteX5" fmla="*/ 16632936 w 16640703"/>
              <a:gd name="connsiteY5" fmla="*/ 13716000 h 13716000"/>
              <a:gd name="connsiteX6" fmla="*/ 16632936 w 16640703"/>
              <a:gd name="connsiteY6" fmla="*/ 13716000 h 13716000"/>
              <a:gd name="connsiteX7" fmla="*/ 1645238 w 16640703"/>
              <a:gd name="connsiteY7" fmla="*/ 13716000 h 13716000"/>
              <a:gd name="connsiteX8" fmla="*/ 1238118 w 16640703"/>
              <a:gd name="connsiteY8" fmla="*/ 13412448 h 13716000"/>
              <a:gd name="connsiteX9" fmla="*/ 92737 w 16640703"/>
              <a:gd name="connsiteY9" fmla="*/ 11788435 h 13716000"/>
              <a:gd name="connsiteX10" fmla="*/ 0 w 16640703"/>
              <a:gd name="connsiteY10" fmla="*/ 11444493 h 13716000"/>
              <a:gd name="connsiteX11" fmla="*/ 0 w 16640703"/>
              <a:gd name="connsiteY11" fmla="*/ 0 h 13716000"/>
              <a:gd name="connsiteX0" fmla="*/ 0 w 16644119"/>
              <a:gd name="connsiteY0" fmla="*/ 0 h 13716000"/>
              <a:gd name="connsiteX1" fmla="*/ 14971029 w 16644119"/>
              <a:gd name="connsiteY1" fmla="*/ 0 h 13716000"/>
              <a:gd name="connsiteX2" fmla="*/ 15357002 w 16644119"/>
              <a:gd name="connsiteY2" fmla="*/ 272143 h 13716000"/>
              <a:gd name="connsiteX3" fmla="*/ 16454190 w 16644119"/>
              <a:gd name="connsiteY3" fmla="*/ 2081238 h 13716000"/>
              <a:gd name="connsiteX4" fmla="*/ 16625062 w 16644119"/>
              <a:gd name="connsiteY4" fmla="*/ 3485943 h 13716000"/>
              <a:gd name="connsiteX5" fmla="*/ 16632936 w 16644119"/>
              <a:gd name="connsiteY5" fmla="*/ 13716000 h 13716000"/>
              <a:gd name="connsiteX6" fmla="*/ 16632936 w 16644119"/>
              <a:gd name="connsiteY6" fmla="*/ 13716000 h 13716000"/>
              <a:gd name="connsiteX7" fmla="*/ 1645238 w 16644119"/>
              <a:gd name="connsiteY7" fmla="*/ 13716000 h 13716000"/>
              <a:gd name="connsiteX8" fmla="*/ 1238118 w 16644119"/>
              <a:gd name="connsiteY8" fmla="*/ 13412448 h 13716000"/>
              <a:gd name="connsiteX9" fmla="*/ 92737 w 16644119"/>
              <a:gd name="connsiteY9" fmla="*/ 11788435 h 13716000"/>
              <a:gd name="connsiteX10" fmla="*/ 0 w 16644119"/>
              <a:gd name="connsiteY10" fmla="*/ 11444493 h 13716000"/>
              <a:gd name="connsiteX11" fmla="*/ 0 w 16644119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78724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45511"/>
              <a:gd name="connsiteY0" fmla="*/ 0 h 13716000"/>
              <a:gd name="connsiteX1" fmla="*/ 14971029 w 16645511"/>
              <a:gd name="connsiteY1" fmla="*/ 0 h 13716000"/>
              <a:gd name="connsiteX2" fmla="*/ 15357002 w 16645511"/>
              <a:gd name="connsiteY2" fmla="*/ 272143 h 13716000"/>
              <a:gd name="connsiteX3" fmla="*/ 16454190 w 16645511"/>
              <a:gd name="connsiteY3" fmla="*/ 2081238 h 13716000"/>
              <a:gd name="connsiteX4" fmla="*/ 16640815 w 16645511"/>
              <a:gd name="connsiteY4" fmla="*/ 2860867 h 13716000"/>
              <a:gd name="connsiteX5" fmla="*/ 16632936 w 16645511"/>
              <a:gd name="connsiteY5" fmla="*/ 13716000 h 13716000"/>
              <a:gd name="connsiteX6" fmla="*/ 16632936 w 16645511"/>
              <a:gd name="connsiteY6" fmla="*/ 13716000 h 13716000"/>
              <a:gd name="connsiteX7" fmla="*/ 1645238 w 16645511"/>
              <a:gd name="connsiteY7" fmla="*/ 13716000 h 13716000"/>
              <a:gd name="connsiteX8" fmla="*/ 1238118 w 16645511"/>
              <a:gd name="connsiteY8" fmla="*/ 13412448 h 13716000"/>
              <a:gd name="connsiteX9" fmla="*/ 92737 w 16645511"/>
              <a:gd name="connsiteY9" fmla="*/ 11788435 h 13716000"/>
              <a:gd name="connsiteX10" fmla="*/ 0 w 16645511"/>
              <a:gd name="connsiteY10" fmla="*/ 11444493 h 13716000"/>
              <a:gd name="connsiteX11" fmla="*/ 0 w 16645511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5193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373046 w 16632937"/>
              <a:gd name="connsiteY4" fmla="*/ 2905518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87243 w 16634283"/>
              <a:gd name="connsiteY9" fmla="*/ 11591982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5286765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42975"/>
              <a:gd name="connsiteY0" fmla="*/ 0 h 13716000"/>
              <a:gd name="connsiteX1" fmla="*/ 14971029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41250 w 16642975"/>
              <a:gd name="connsiteY2" fmla="*/ 1093680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6990"/>
              <a:gd name="connsiteY0" fmla="*/ 0 h 13716000"/>
              <a:gd name="connsiteX1" fmla="*/ 14779392 w 16646990"/>
              <a:gd name="connsiteY1" fmla="*/ 0 h 13716000"/>
              <a:gd name="connsiteX2" fmla="*/ 15357003 w 16646990"/>
              <a:gd name="connsiteY2" fmla="*/ 504315 h 13716000"/>
              <a:gd name="connsiteX3" fmla="*/ 16367559 w 16646990"/>
              <a:gd name="connsiteY3" fmla="*/ 3890985 h 13716000"/>
              <a:gd name="connsiteX4" fmla="*/ 16625062 w 16646990"/>
              <a:gd name="connsiteY4" fmla="*/ 5286765 h 13716000"/>
              <a:gd name="connsiteX5" fmla="*/ 16632936 w 16646990"/>
              <a:gd name="connsiteY5" fmla="*/ 13716000 h 13716000"/>
              <a:gd name="connsiteX6" fmla="*/ 16632936 w 16646990"/>
              <a:gd name="connsiteY6" fmla="*/ 13716000 h 13716000"/>
              <a:gd name="connsiteX7" fmla="*/ 1645238 w 16646990"/>
              <a:gd name="connsiteY7" fmla="*/ 13716000 h 13716000"/>
              <a:gd name="connsiteX8" fmla="*/ 1238118 w 16646990"/>
              <a:gd name="connsiteY8" fmla="*/ 13412448 h 13716000"/>
              <a:gd name="connsiteX9" fmla="*/ 100611 w 16646990"/>
              <a:gd name="connsiteY9" fmla="*/ 11556263 h 13716000"/>
              <a:gd name="connsiteX10" fmla="*/ 0 w 16646990"/>
              <a:gd name="connsiteY10" fmla="*/ 10998008 h 13716000"/>
              <a:gd name="connsiteX11" fmla="*/ 0 w 16646990"/>
              <a:gd name="connsiteY11" fmla="*/ 0 h 13716000"/>
              <a:gd name="connsiteX0" fmla="*/ 0 w 16661469"/>
              <a:gd name="connsiteY0" fmla="*/ 0 h 13716000"/>
              <a:gd name="connsiteX1" fmla="*/ 14779392 w 16661469"/>
              <a:gd name="connsiteY1" fmla="*/ 0 h 13716000"/>
              <a:gd name="connsiteX2" fmla="*/ 15357003 w 16661469"/>
              <a:gd name="connsiteY2" fmla="*/ 504315 h 13716000"/>
              <a:gd name="connsiteX3" fmla="*/ 16170672 w 16661469"/>
              <a:gd name="connsiteY3" fmla="*/ 4212450 h 13716000"/>
              <a:gd name="connsiteX4" fmla="*/ 16625062 w 16661469"/>
              <a:gd name="connsiteY4" fmla="*/ 5286765 h 13716000"/>
              <a:gd name="connsiteX5" fmla="*/ 16632936 w 16661469"/>
              <a:gd name="connsiteY5" fmla="*/ 13716000 h 13716000"/>
              <a:gd name="connsiteX6" fmla="*/ 16632936 w 16661469"/>
              <a:gd name="connsiteY6" fmla="*/ 13716000 h 13716000"/>
              <a:gd name="connsiteX7" fmla="*/ 1645238 w 16661469"/>
              <a:gd name="connsiteY7" fmla="*/ 13716000 h 13716000"/>
              <a:gd name="connsiteX8" fmla="*/ 1238118 w 16661469"/>
              <a:gd name="connsiteY8" fmla="*/ 13412448 h 13716000"/>
              <a:gd name="connsiteX9" fmla="*/ 100611 w 16661469"/>
              <a:gd name="connsiteY9" fmla="*/ 11556263 h 13716000"/>
              <a:gd name="connsiteX10" fmla="*/ 0 w 16661469"/>
              <a:gd name="connsiteY10" fmla="*/ 10998008 h 13716000"/>
              <a:gd name="connsiteX11" fmla="*/ 0 w 16661469"/>
              <a:gd name="connsiteY11" fmla="*/ 0 h 13716000"/>
              <a:gd name="connsiteX0" fmla="*/ 0 w 16641837"/>
              <a:gd name="connsiteY0" fmla="*/ 0 h 13716000"/>
              <a:gd name="connsiteX1" fmla="*/ 14779392 w 16641837"/>
              <a:gd name="connsiteY1" fmla="*/ 0 h 13716000"/>
              <a:gd name="connsiteX2" fmla="*/ 15357003 w 16641837"/>
              <a:gd name="connsiteY2" fmla="*/ 504315 h 13716000"/>
              <a:gd name="connsiteX3" fmla="*/ 16438438 w 16641837"/>
              <a:gd name="connsiteY3" fmla="*/ 4069575 h 13716000"/>
              <a:gd name="connsiteX4" fmla="*/ 16625062 w 16641837"/>
              <a:gd name="connsiteY4" fmla="*/ 5286765 h 13716000"/>
              <a:gd name="connsiteX5" fmla="*/ 16632936 w 16641837"/>
              <a:gd name="connsiteY5" fmla="*/ 13716000 h 13716000"/>
              <a:gd name="connsiteX6" fmla="*/ 16632936 w 16641837"/>
              <a:gd name="connsiteY6" fmla="*/ 13716000 h 13716000"/>
              <a:gd name="connsiteX7" fmla="*/ 1645238 w 16641837"/>
              <a:gd name="connsiteY7" fmla="*/ 13716000 h 13716000"/>
              <a:gd name="connsiteX8" fmla="*/ 1238118 w 16641837"/>
              <a:gd name="connsiteY8" fmla="*/ 13412448 h 13716000"/>
              <a:gd name="connsiteX9" fmla="*/ 100611 w 16641837"/>
              <a:gd name="connsiteY9" fmla="*/ 11556263 h 13716000"/>
              <a:gd name="connsiteX10" fmla="*/ 0 w 16641837"/>
              <a:gd name="connsiteY10" fmla="*/ 10998008 h 13716000"/>
              <a:gd name="connsiteX11" fmla="*/ 0 w 16641837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438438 w 16632937"/>
              <a:gd name="connsiteY3" fmla="*/ 4069575 h 13716000"/>
              <a:gd name="connsiteX4" fmla="*/ 16475427 w 16632937"/>
              <a:gd name="connsiteY4" fmla="*/ 621545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7344"/>
              <a:gd name="connsiteY0" fmla="*/ 0 h 13716000"/>
              <a:gd name="connsiteX1" fmla="*/ 14779392 w 16647344"/>
              <a:gd name="connsiteY1" fmla="*/ 0 h 13716000"/>
              <a:gd name="connsiteX2" fmla="*/ 15357003 w 16647344"/>
              <a:gd name="connsiteY2" fmla="*/ 504315 h 13716000"/>
              <a:gd name="connsiteX3" fmla="*/ 16438438 w 16647344"/>
              <a:gd name="connsiteY3" fmla="*/ 4069575 h 13716000"/>
              <a:gd name="connsiteX4" fmla="*/ 16632937 w 16647344"/>
              <a:gd name="connsiteY4" fmla="*/ 5590373 h 13716000"/>
              <a:gd name="connsiteX5" fmla="*/ 16632936 w 16647344"/>
              <a:gd name="connsiteY5" fmla="*/ 13716000 h 13716000"/>
              <a:gd name="connsiteX6" fmla="*/ 16632936 w 16647344"/>
              <a:gd name="connsiteY6" fmla="*/ 13716000 h 13716000"/>
              <a:gd name="connsiteX7" fmla="*/ 1645238 w 16647344"/>
              <a:gd name="connsiteY7" fmla="*/ 13716000 h 13716000"/>
              <a:gd name="connsiteX8" fmla="*/ 1238118 w 16647344"/>
              <a:gd name="connsiteY8" fmla="*/ 13412448 h 13716000"/>
              <a:gd name="connsiteX9" fmla="*/ 100611 w 16647344"/>
              <a:gd name="connsiteY9" fmla="*/ 11556263 h 13716000"/>
              <a:gd name="connsiteX10" fmla="*/ 0 w 16647344"/>
              <a:gd name="connsiteY10" fmla="*/ 10998008 h 13716000"/>
              <a:gd name="connsiteX11" fmla="*/ 0 w 16647344"/>
              <a:gd name="connsiteY11" fmla="*/ 0 h 13716000"/>
              <a:gd name="connsiteX0" fmla="*/ 0 w 16650843"/>
              <a:gd name="connsiteY0" fmla="*/ 0 h 13716000"/>
              <a:gd name="connsiteX1" fmla="*/ 14779392 w 16650843"/>
              <a:gd name="connsiteY1" fmla="*/ 0 h 13716000"/>
              <a:gd name="connsiteX2" fmla="*/ 15357003 w 16650843"/>
              <a:gd name="connsiteY2" fmla="*/ 504315 h 13716000"/>
              <a:gd name="connsiteX3" fmla="*/ 16438438 w 16650843"/>
              <a:gd name="connsiteY3" fmla="*/ 4069575 h 13716000"/>
              <a:gd name="connsiteX4" fmla="*/ 16632937 w 16650843"/>
              <a:gd name="connsiteY4" fmla="*/ 5590373 h 13716000"/>
              <a:gd name="connsiteX5" fmla="*/ 16632936 w 16650843"/>
              <a:gd name="connsiteY5" fmla="*/ 13716000 h 13716000"/>
              <a:gd name="connsiteX6" fmla="*/ 16632936 w 16650843"/>
              <a:gd name="connsiteY6" fmla="*/ 13716000 h 13716000"/>
              <a:gd name="connsiteX7" fmla="*/ 1645238 w 16650843"/>
              <a:gd name="connsiteY7" fmla="*/ 13716000 h 13716000"/>
              <a:gd name="connsiteX8" fmla="*/ 1238118 w 16650843"/>
              <a:gd name="connsiteY8" fmla="*/ 13412448 h 13716000"/>
              <a:gd name="connsiteX9" fmla="*/ 100611 w 16650843"/>
              <a:gd name="connsiteY9" fmla="*/ 11556263 h 13716000"/>
              <a:gd name="connsiteX10" fmla="*/ 0 w 16650843"/>
              <a:gd name="connsiteY10" fmla="*/ 10998008 h 13716000"/>
              <a:gd name="connsiteX11" fmla="*/ 0 w 16650843"/>
              <a:gd name="connsiteY11" fmla="*/ 0 h 13716000"/>
              <a:gd name="connsiteX0" fmla="*/ 0 w 16652010"/>
              <a:gd name="connsiteY0" fmla="*/ 0 h 13716000"/>
              <a:gd name="connsiteX1" fmla="*/ 14779392 w 16652010"/>
              <a:gd name="connsiteY1" fmla="*/ 0 h 13716000"/>
              <a:gd name="connsiteX2" fmla="*/ 15357003 w 16652010"/>
              <a:gd name="connsiteY2" fmla="*/ 504315 h 13716000"/>
              <a:gd name="connsiteX3" fmla="*/ 16375434 w 16652010"/>
              <a:gd name="connsiteY3" fmla="*/ 4587495 h 13716000"/>
              <a:gd name="connsiteX4" fmla="*/ 16632937 w 16652010"/>
              <a:gd name="connsiteY4" fmla="*/ 5590373 h 13716000"/>
              <a:gd name="connsiteX5" fmla="*/ 16632936 w 16652010"/>
              <a:gd name="connsiteY5" fmla="*/ 13716000 h 13716000"/>
              <a:gd name="connsiteX6" fmla="*/ 16632936 w 16652010"/>
              <a:gd name="connsiteY6" fmla="*/ 13716000 h 13716000"/>
              <a:gd name="connsiteX7" fmla="*/ 1645238 w 16652010"/>
              <a:gd name="connsiteY7" fmla="*/ 13716000 h 13716000"/>
              <a:gd name="connsiteX8" fmla="*/ 1238118 w 16652010"/>
              <a:gd name="connsiteY8" fmla="*/ 13412448 h 13716000"/>
              <a:gd name="connsiteX9" fmla="*/ 100611 w 16652010"/>
              <a:gd name="connsiteY9" fmla="*/ 11556263 h 13716000"/>
              <a:gd name="connsiteX10" fmla="*/ 0 w 16652010"/>
              <a:gd name="connsiteY10" fmla="*/ 10998008 h 13716000"/>
              <a:gd name="connsiteX11" fmla="*/ 0 w 16652010"/>
              <a:gd name="connsiteY11" fmla="*/ 0 h 13716000"/>
              <a:gd name="connsiteX0" fmla="*/ 0 w 16647459"/>
              <a:gd name="connsiteY0" fmla="*/ 0 h 13716000"/>
              <a:gd name="connsiteX1" fmla="*/ 14779392 w 16647459"/>
              <a:gd name="connsiteY1" fmla="*/ 0 h 13716000"/>
              <a:gd name="connsiteX2" fmla="*/ 15357003 w 16647459"/>
              <a:gd name="connsiteY2" fmla="*/ 504315 h 13716000"/>
              <a:gd name="connsiteX3" fmla="*/ 16517191 w 16647459"/>
              <a:gd name="connsiteY3" fmla="*/ 4373183 h 13716000"/>
              <a:gd name="connsiteX4" fmla="*/ 16632937 w 16647459"/>
              <a:gd name="connsiteY4" fmla="*/ 5590373 h 13716000"/>
              <a:gd name="connsiteX5" fmla="*/ 16632936 w 16647459"/>
              <a:gd name="connsiteY5" fmla="*/ 13716000 h 13716000"/>
              <a:gd name="connsiteX6" fmla="*/ 16632936 w 16647459"/>
              <a:gd name="connsiteY6" fmla="*/ 13716000 h 13716000"/>
              <a:gd name="connsiteX7" fmla="*/ 1645238 w 16647459"/>
              <a:gd name="connsiteY7" fmla="*/ 13716000 h 13716000"/>
              <a:gd name="connsiteX8" fmla="*/ 1238118 w 16647459"/>
              <a:gd name="connsiteY8" fmla="*/ 13412448 h 13716000"/>
              <a:gd name="connsiteX9" fmla="*/ 100611 w 16647459"/>
              <a:gd name="connsiteY9" fmla="*/ 11556263 h 13716000"/>
              <a:gd name="connsiteX10" fmla="*/ 0 w 16647459"/>
              <a:gd name="connsiteY10" fmla="*/ 10998008 h 13716000"/>
              <a:gd name="connsiteX11" fmla="*/ 0 w 1664745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38010"/>
              <a:gd name="connsiteY0" fmla="*/ 0 h 13716000"/>
              <a:gd name="connsiteX1" fmla="*/ 14779392 w 16638010"/>
              <a:gd name="connsiteY1" fmla="*/ 0 h 13716000"/>
              <a:gd name="connsiteX2" fmla="*/ 15357003 w 16638010"/>
              <a:gd name="connsiteY2" fmla="*/ 504315 h 13716000"/>
              <a:gd name="connsiteX3" fmla="*/ 16517191 w 16638010"/>
              <a:gd name="connsiteY3" fmla="*/ 4373183 h 13716000"/>
              <a:gd name="connsiteX4" fmla="*/ 16632937 w 16638010"/>
              <a:gd name="connsiteY4" fmla="*/ 5590373 h 13716000"/>
              <a:gd name="connsiteX5" fmla="*/ 16632936 w 16638010"/>
              <a:gd name="connsiteY5" fmla="*/ 13716000 h 13716000"/>
              <a:gd name="connsiteX6" fmla="*/ 16632936 w 16638010"/>
              <a:gd name="connsiteY6" fmla="*/ 13716000 h 13716000"/>
              <a:gd name="connsiteX7" fmla="*/ 1645238 w 16638010"/>
              <a:gd name="connsiteY7" fmla="*/ 13716000 h 13716000"/>
              <a:gd name="connsiteX8" fmla="*/ 1238118 w 16638010"/>
              <a:gd name="connsiteY8" fmla="*/ 13412448 h 13716000"/>
              <a:gd name="connsiteX9" fmla="*/ 100611 w 16638010"/>
              <a:gd name="connsiteY9" fmla="*/ 11556263 h 13716000"/>
              <a:gd name="connsiteX10" fmla="*/ 0 w 16638010"/>
              <a:gd name="connsiteY10" fmla="*/ 10998008 h 13716000"/>
              <a:gd name="connsiteX11" fmla="*/ 0 w 16638010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517191 w 16632937"/>
              <a:gd name="connsiteY3" fmla="*/ 4373183 h 13716000"/>
              <a:gd name="connsiteX4" fmla="*/ 16373045 w 16632937"/>
              <a:gd name="connsiteY4" fmla="*/ 576896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4423"/>
              <a:gd name="connsiteY0" fmla="*/ 0 h 13716000"/>
              <a:gd name="connsiteX1" fmla="*/ 14779392 w 16644423"/>
              <a:gd name="connsiteY1" fmla="*/ 0 h 13716000"/>
              <a:gd name="connsiteX2" fmla="*/ 15357003 w 16644423"/>
              <a:gd name="connsiteY2" fmla="*/ 504315 h 13716000"/>
              <a:gd name="connsiteX3" fmla="*/ 16517191 w 16644423"/>
              <a:gd name="connsiteY3" fmla="*/ 4373183 h 13716000"/>
              <a:gd name="connsiteX4" fmla="*/ 16640812 w 16644423"/>
              <a:gd name="connsiteY4" fmla="*/ 5679660 h 13716000"/>
              <a:gd name="connsiteX5" fmla="*/ 16632936 w 16644423"/>
              <a:gd name="connsiteY5" fmla="*/ 13716000 h 13716000"/>
              <a:gd name="connsiteX6" fmla="*/ 16632936 w 16644423"/>
              <a:gd name="connsiteY6" fmla="*/ 13716000 h 13716000"/>
              <a:gd name="connsiteX7" fmla="*/ 1645238 w 16644423"/>
              <a:gd name="connsiteY7" fmla="*/ 13716000 h 13716000"/>
              <a:gd name="connsiteX8" fmla="*/ 1238118 w 16644423"/>
              <a:gd name="connsiteY8" fmla="*/ 13412448 h 13716000"/>
              <a:gd name="connsiteX9" fmla="*/ 100611 w 16644423"/>
              <a:gd name="connsiteY9" fmla="*/ 11556263 h 13716000"/>
              <a:gd name="connsiteX10" fmla="*/ 0 w 16644423"/>
              <a:gd name="connsiteY10" fmla="*/ 10998008 h 13716000"/>
              <a:gd name="connsiteX11" fmla="*/ 0 w 1664442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1099800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376252 w 16641493"/>
              <a:gd name="connsiteY9" fmla="*/ 9752460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387751 w 16641493"/>
              <a:gd name="connsiteY8" fmla="*/ 11144303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41493" h="13716000">
                <a:moveTo>
                  <a:pt x="0" y="0"/>
                </a:moveTo>
                <a:lnTo>
                  <a:pt x="14779392" y="0"/>
                </a:lnTo>
                <a:cubicBezTo>
                  <a:pt x="15216842" y="4988"/>
                  <a:pt x="15191892" y="115943"/>
                  <a:pt x="15357003" y="504315"/>
                </a:cubicBezTo>
                <a:lnTo>
                  <a:pt x="16517191" y="4373183"/>
                </a:lnTo>
                <a:cubicBezTo>
                  <a:pt x="16658661" y="4909485"/>
                  <a:pt x="16637274" y="5104785"/>
                  <a:pt x="16640812" y="5679660"/>
                </a:cubicBezTo>
                <a:cubicBezTo>
                  <a:pt x="16644350" y="6254535"/>
                  <a:pt x="16632936" y="9901169"/>
                  <a:pt x="16632936" y="13716000"/>
                </a:cubicBezTo>
                <a:lnTo>
                  <a:pt x="16632936" y="13716000"/>
                </a:lnTo>
                <a:lnTo>
                  <a:pt x="1645238" y="13716000"/>
                </a:lnTo>
                <a:cubicBezTo>
                  <a:pt x="1516674" y="13714829"/>
                  <a:pt x="1437936" y="13670790"/>
                  <a:pt x="1238119" y="13108838"/>
                </a:cubicBezTo>
                <a:lnTo>
                  <a:pt x="147863" y="9538148"/>
                </a:lnTo>
                <a:cubicBezTo>
                  <a:pt x="45697" y="9171090"/>
                  <a:pt x="2338" y="8948700"/>
                  <a:pt x="0" y="8229810"/>
                </a:cubicBez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>
              <a:defRPr lang="en-US" b="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 algn="ctr"/>
            <a:r>
              <a:rPr lang="en-US" noProof="0"/>
              <a:t>Click icon to add picture</a:t>
            </a:r>
            <a:endParaRPr lang="en-AU" noProof="0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C31176C-8314-F3F5-18CA-1520B7D06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7EA20-D1AA-BD97-DAD5-1E9B5F22A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864481"/>
            <a:ext cx="733425" cy="459493"/>
          </a:xfrm>
        </p:spPr>
        <p:txBody>
          <a:bodyPr lIns="0" tIns="0" rIns="0" bIns="45720" anchor="b" anchorCtr="0">
            <a:noAutofit/>
          </a:bodyPr>
          <a:lstStyle>
            <a:lvl1pPr marL="0" indent="0" algn="r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  <a:latin typeface="Instrument Sans Semi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3428768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Photo Placeholders (Label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56EAAE8-E319-1DF8-5DE7-BA180DC1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4400CDA-55C9-EA4E-32F7-1958E06B8B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665851"/>
            <a:ext cx="5029200" cy="314253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EBAC9E6-AA3B-B0BB-827E-19A69EA60A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600" y="1665851"/>
            <a:ext cx="5029200" cy="314253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2" name="Picture Placeholder 25">
            <a:extLst>
              <a:ext uri="{FF2B5EF4-FFF2-40B4-BE49-F238E27FC236}">
                <a16:creationId xmlns:a16="http://schemas.microsoft.com/office/drawing/2014/main" id="{C4CBF4CA-2EC5-05D9-77B7-4CB3F26DF9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55292" y="4326255"/>
            <a:ext cx="5031740" cy="1645920"/>
          </a:xfrm>
          <a:custGeom>
            <a:avLst/>
            <a:gdLst>
              <a:gd name="connsiteX0" fmla="*/ 0 w 16632936"/>
              <a:gd name="connsiteY0" fmla="*/ 0 h 13716000"/>
              <a:gd name="connsiteX1" fmla="*/ 143614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203695 w 16632936"/>
              <a:gd name="connsiteY2" fmla="*/ 282122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321295 w 16632936"/>
              <a:gd name="connsiteY3" fmla="*/ 1777093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062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246909 w 16632936"/>
              <a:gd name="connsiteY3" fmla="*/ 179251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4004"/>
              <a:gd name="connsiteY0" fmla="*/ 0 h 13716000"/>
              <a:gd name="connsiteX1" fmla="*/ 14971029 w 16634004"/>
              <a:gd name="connsiteY1" fmla="*/ 0 h 13716000"/>
              <a:gd name="connsiteX2" fmla="*/ 15357002 w 16634004"/>
              <a:gd name="connsiteY2" fmla="*/ 272143 h 13716000"/>
              <a:gd name="connsiteX3" fmla="*/ 16367559 w 16634004"/>
              <a:gd name="connsiteY3" fmla="*/ 1697264 h 13716000"/>
              <a:gd name="connsiteX4" fmla="*/ 16632936 w 16634004"/>
              <a:gd name="connsiteY4" fmla="*/ 2271507 h 13716000"/>
              <a:gd name="connsiteX5" fmla="*/ 16632936 w 16634004"/>
              <a:gd name="connsiteY5" fmla="*/ 13716000 h 13716000"/>
              <a:gd name="connsiteX6" fmla="*/ 16632936 w 16634004"/>
              <a:gd name="connsiteY6" fmla="*/ 13716000 h 13716000"/>
              <a:gd name="connsiteX7" fmla="*/ 2271507 w 16634004"/>
              <a:gd name="connsiteY7" fmla="*/ 13716000 h 13716000"/>
              <a:gd name="connsiteX8" fmla="*/ 0 w 16634004"/>
              <a:gd name="connsiteY8" fmla="*/ 11444493 h 13716000"/>
              <a:gd name="connsiteX9" fmla="*/ 0 w 16634004"/>
              <a:gd name="connsiteY9" fmla="*/ 0 h 13716000"/>
              <a:gd name="connsiteX0" fmla="*/ 0 w 16633466"/>
              <a:gd name="connsiteY0" fmla="*/ 0 h 13716000"/>
              <a:gd name="connsiteX1" fmla="*/ 14971029 w 16633466"/>
              <a:gd name="connsiteY1" fmla="*/ 0 h 13716000"/>
              <a:gd name="connsiteX2" fmla="*/ 15357002 w 16633466"/>
              <a:gd name="connsiteY2" fmla="*/ 272143 h 13716000"/>
              <a:gd name="connsiteX3" fmla="*/ 16367559 w 16633466"/>
              <a:gd name="connsiteY3" fmla="*/ 1697264 h 13716000"/>
              <a:gd name="connsiteX4" fmla="*/ 16632936 w 16633466"/>
              <a:gd name="connsiteY4" fmla="*/ 2271507 h 13716000"/>
              <a:gd name="connsiteX5" fmla="*/ 16632936 w 16633466"/>
              <a:gd name="connsiteY5" fmla="*/ 13716000 h 13716000"/>
              <a:gd name="connsiteX6" fmla="*/ 16632936 w 16633466"/>
              <a:gd name="connsiteY6" fmla="*/ 13716000 h 13716000"/>
              <a:gd name="connsiteX7" fmla="*/ 2271507 w 16633466"/>
              <a:gd name="connsiteY7" fmla="*/ 13716000 h 13716000"/>
              <a:gd name="connsiteX8" fmla="*/ 0 w 16633466"/>
              <a:gd name="connsiteY8" fmla="*/ 11444493 h 13716000"/>
              <a:gd name="connsiteX9" fmla="*/ 0 w 16633466"/>
              <a:gd name="connsiteY9" fmla="*/ 0 h 13716000"/>
              <a:gd name="connsiteX0" fmla="*/ 0 w 16633185"/>
              <a:gd name="connsiteY0" fmla="*/ 0 h 13716000"/>
              <a:gd name="connsiteX1" fmla="*/ 14971029 w 16633185"/>
              <a:gd name="connsiteY1" fmla="*/ 0 h 13716000"/>
              <a:gd name="connsiteX2" fmla="*/ 15357002 w 16633185"/>
              <a:gd name="connsiteY2" fmla="*/ 272143 h 13716000"/>
              <a:gd name="connsiteX3" fmla="*/ 16367559 w 16633185"/>
              <a:gd name="connsiteY3" fmla="*/ 1697264 h 13716000"/>
              <a:gd name="connsiteX4" fmla="*/ 16632936 w 16633185"/>
              <a:gd name="connsiteY4" fmla="*/ 2271507 h 13716000"/>
              <a:gd name="connsiteX5" fmla="*/ 16632936 w 16633185"/>
              <a:gd name="connsiteY5" fmla="*/ 13716000 h 13716000"/>
              <a:gd name="connsiteX6" fmla="*/ 16632936 w 16633185"/>
              <a:gd name="connsiteY6" fmla="*/ 13716000 h 13716000"/>
              <a:gd name="connsiteX7" fmla="*/ 2271507 w 16633185"/>
              <a:gd name="connsiteY7" fmla="*/ 13716000 h 13716000"/>
              <a:gd name="connsiteX8" fmla="*/ 0 w 16633185"/>
              <a:gd name="connsiteY8" fmla="*/ 11444493 h 13716000"/>
              <a:gd name="connsiteX9" fmla="*/ 0 w 16633185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3015"/>
              <a:gd name="connsiteY0" fmla="*/ 0 h 13716000"/>
              <a:gd name="connsiteX1" fmla="*/ 14971029 w 16633015"/>
              <a:gd name="connsiteY1" fmla="*/ 0 h 13716000"/>
              <a:gd name="connsiteX2" fmla="*/ 15357002 w 16633015"/>
              <a:gd name="connsiteY2" fmla="*/ 272143 h 13716000"/>
              <a:gd name="connsiteX3" fmla="*/ 16367559 w 16633015"/>
              <a:gd name="connsiteY3" fmla="*/ 1697264 h 13716000"/>
              <a:gd name="connsiteX4" fmla="*/ 16632936 w 16633015"/>
              <a:gd name="connsiteY4" fmla="*/ 2271507 h 13716000"/>
              <a:gd name="connsiteX5" fmla="*/ 16632936 w 16633015"/>
              <a:gd name="connsiteY5" fmla="*/ 13716000 h 13716000"/>
              <a:gd name="connsiteX6" fmla="*/ 16632936 w 16633015"/>
              <a:gd name="connsiteY6" fmla="*/ 13716000 h 13716000"/>
              <a:gd name="connsiteX7" fmla="*/ 2271507 w 16633015"/>
              <a:gd name="connsiteY7" fmla="*/ 13716000 h 13716000"/>
              <a:gd name="connsiteX8" fmla="*/ 0 w 16633015"/>
              <a:gd name="connsiteY8" fmla="*/ 11444493 h 13716000"/>
              <a:gd name="connsiteX9" fmla="*/ 0 w 16633015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173699 w 16633092"/>
              <a:gd name="connsiteY8" fmla="*/ 11626510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380993 w 16633092"/>
              <a:gd name="connsiteY8" fmla="*/ 1339339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367559 w 16632937"/>
              <a:gd name="connsiteY3" fmla="*/ 1697264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40703"/>
              <a:gd name="connsiteY0" fmla="*/ 0 h 13716000"/>
              <a:gd name="connsiteX1" fmla="*/ 14971029 w 16640703"/>
              <a:gd name="connsiteY1" fmla="*/ 0 h 13716000"/>
              <a:gd name="connsiteX2" fmla="*/ 15357002 w 16640703"/>
              <a:gd name="connsiteY2" fmla="*/ 272143 h 13716000"/>
              <a:gd name="connsiteX3" fmla="*/ 16454190 w 16640703"/>
              <a:gd name="connsiteY3" fmla="*/ 2081238 h 13716000"/>
              <a:gd name="connsiteX4" fmla="*/ 16625062 w 16640703"/>
              <a:gd name="connsiteY4" fmla="*/ 3485943 h 13716000"/>
              <a:gd name="connsiteX5" fmla="*/ 16632936 w 16640703"/>
              <a:gd name="connsiteY5" fmla="*/ 13716000 h 13716000"/>
              <a:gd name="connsiteX6" fmla="*/ 16632936 w 16640703"/>
              <a:gd name="connsiteY6" fmla="*/ 13716000 h 13716000"/>
              <a:gd name="connsiteX7" fmla="*/ 1645238 w 16640703"/>
              <a:gd name="connsiteY7" fmla="*/ 13716000 h 13716000"/>
              <a:gd name="connsiteX8" fmla="*/ 1238118 w 16640703"/>
              <a:gd name="connsiteY8" fmla="*/ 13412448 h 13716000"/>
              <a:gd name="connsiteX9" fmla="*/ 92737 w 16640703"/>
              <a:gd name="connsiteY9" fmla="*/ 11788435 h 13716000"/>
              <a:gd name="connsiteX10" fmla="*/ 0 w 16640703"/>
              <a:gd name="connsiteY10" fmla="*/ 11444493 h 13716000"/>
              <a:gd name="connsiteX11" fmla="*/ 0 w 16640703"/>
              <a:gd name="connsiteY11" fmla="*/ 0 h 13716000"/>
              <a:gd name="connsiteX0" fmla="*/ 0 w 16644119"/>
              <a:gd name="connsiteY0" fmla="*/ 0 h 13716000"/>
              <a:gd name="connsiteX1" fmla="*/ 14971029 w 16644119"/>
              <a:gd name="connsiteY1" fmla="*/ 0 h 13716000"/>
              <a:gd name="connsiteX2" fmla="*/ 15357002 w 16644119"/>
              <a:gd name="connsiteY2" fmla="*/ 272143 h 13716000"/>
              <a:gd name="connsiteX3" fmla="*/ 16454190 w 16644119"/>
              <a:gd name="connsiteY3" fmla="*/ 2081238 h 13716000"/>
              <a:gd name="connsiteX4" fmla="*/ 16625062 w 16644119"/>
              <a:gd name="connsiteY4" fmla="*/ 3485943 h 13716000"/>
              <a:gd name="connsiteX5" fmla="*/ 16632936 w 16644119"/>
              <a:gd name="connsiteY5" fmla="*/ 13716000 h 13716000"/>
              <a:gd name="connsiteX6" fmla="*/ 16632936 w 16644119"/>
              <a:gd name="connsiteY6" fmla="*/ 13716000 h 13716000"/>
              <a:gd name="connsiteX7" fmla="*/ 1645238 w 16644119"/>
              <a:gd name="connsiteY7" fmla="*/ 13716000 h 13716000"/>
              <a:gd name="connsiteX8" fmla="*/ 1238118 w 16644119"/>
              <a:gd name="connsiteY8" fmla="*/ 13412448 h 13716000"/>
              <a:gd name="connsiteX9" fmla="*/ 92737 w 16644119"/>
              <a:gd name="connsiteY9" fmla="*/ 11788435 h 13716000"/>
              <a:gd name="connsiteX10" fmla="*/ 0 w 16644119"/>
              <a:gd name="connsiteY10" fmla="*/ 11444493 h 13716000"/>
              <a:gd name="connsiteX11" fmla="*/ 0 w 16644119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78724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45511"/>
              <a:gd name="connsiteY0" fmla="*/ 0 h 13716000"/>
              <a:gd name="connsiteX1" fmla="*/ 14971029 w 16645511"/>
              <a:gd name="connsiteY1" fmla="*/ 0 h 13716000"/>
              <a:gd name="connsiteX2" fmla="*/ 15357002 w 16645511"/>
              <a:gd name="connsiteY2" fmla="*/ 272143 h 13716000"/>
              <a:gd name="connsiteX3" fmla="*/ 16454190 w 16645511"/>
              <a:gd name="connsiteY3" fmla="*/ 2081238 h 13716000"/>
              <a:gd name="connsiteX4" fmla="*/ 16640815 w 16645511"/>
              <a:gd name="connsiteY4" fmla="*/ 2860867 h 13716000"/>
              <a:gd name="connsiteX5" fmla="*/ 16632936 w 16645511"/>
              <a:gd name="connsiteY5" fmla="*/ 13716000 h 13716000"/>
              <a:gd name="connsiteX6" fmla="*/ 16632936 w 16645511"/>
              <a:gd name="connsiteY6" fmla="*/ 13716000 h 13716000"/>
              <a:gd name="connsiteX7" fmla="*/ 1645238 w 16645511"/>
              <a:gd name="connsiteY7" fmla="*/ 13716000 h 13716000"/>
              <a:gd name="connsiteX8" fmla="*/ 1238118 w 16645511"/>
              <a:gd name="connsiteY8" fmla="*/ 13412448 h 13716000"/>
              <a:gd name="connsiteX9" fmla="*/ 92737 w 16645511"/>
              <a:gd name="connsiteY9" fmla="*/ 11788435 h 13716000"/>
              <a:gd name="connsiteX10" fmla="*/ 0 w 16645511"/>
              <a:gd name="connsiteY10" fmla="*/ 11444493 h 13716000"/>
              <a:gd name="connsiteX11" fmla="*/ 0 w 16645511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5193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373046 w 16632937"/>
              <a:gd name="connsiteY4" fmla="*/ 2905518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87243 w 16634283"/>
              <a:gd name="connsiteY9" fmla="*/ 11591982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5286765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42975"/>
              <a:gd name="connsiteY0" fmla="*/ 0 h 13716000"/>
              <a:gd name="connsiteX1" fmla="*/ 14971029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41250 w 16642975"/>
              <a:gd name="connsiteY2" fmla="*/ 1093680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6990"/>
              <a:gd name="connsiteY0" fmla="*/ 0 h 13716000"/>
              <a:gd name="connsiteX1" fmla="*/ 14779392 w 16646990"/>
              <a:gd name="connsiteY1" fmla="*/ 0 h 13716000"/>
              <a:gd name="connsiteX2" fmla="*/ 15357003 w 16646990"/>
              <a:gd name="connsiteY2" fmla="*/ 504315 h 13716000"/>
              <a:gd name="connsiteX3" fmla="*/ 16367559 w 16646990"/>
              <a:gd name="connsiteY3" fmla="*/ 3890985 h 13716000"/>
              <a:gd name="connsiteX4" fmla="*/ 16625062 w 16646990"/>
              <a:gd name="connsiteY4" fmla="*/ 5286765 h 13716000"/>
              <a:gd name="connsiteX5" fmla="*/ 16632936 w 16646990"/>
              <a:gd name="connsiteY5" fmla="*/ 13716000 h 13716000"/>
              <a:gd name="connsiteX6" fmla="*/ 16632936 w 16646990"/>
              <a:gd name="connsiteY6" fmla="*/ 13716000 h 13716000"/>
              <a:gd name="connsiteX7" fmla="*/ 1645238 w 16646990"/>
              <a:gd name="connsiteY7" fmla="*/ 13716000 h 13716000"/>
              <a:gd name="connsiteX8" fmla="*/ 1238118 w 16646990"/>
              <a:gd name="connsiteY8" fmla="*/ 13412448 h 13716000"/>
              <a:gd name="connsiteX9" fmla="*/ 100611 w 16646990"/>
              <a:gd name="connsiteY9" fmla="*/ 11556263 h 13716000"/>
              <a:gd name="connsiteX10" fmla="*/ 0 w 16646990"/>
              <a:gd name="connsiteY10" fmla="*/ 10998008 h 13716000"/>
              <a:gd name="connsiteX11" fmla="*/ 0 w 16646990"/>
              <a:gd name="connsiteY11" fmla="*/ 0 h 13716000"/>
              <a:gd name="connsiteX0" fmla="*/ 0 w 16661469"/>
              <a:gd name="connsiteY0" fmla="*/ 0 h 13716000"/>
              <a:gd name="connsiteX1" fmla="*/ 14779392 w 16661469"/>
              <a:gd name="connsiteY1" fmla="*/ 0 h 13716000"/>
              <a:gd name="connsiteX2" fmla="*/ 15357003 w 16661469"/>
              <a:gd name="connsiteY2" fmla="*/ 504315 h 13716000"/>
              <a:gd name="connsiteX3" fmla="*/ 16170672 w 16661469"/>
              <a:gd name="connsiteY3" fmla="*/ 4212450 h 13716000"/>
              <a:gd name="connsiteX4" fmla="*/ 16625062 w 16661469"/>
              <a:gd name="connsiteY4" fmla="*/ 5286765 h 13716000"/>
              <a:gd name="connsiteX5" fmla="*/ 16632936 w 16661469"/>
              <a:gd name="connsiteY5" fmla="*/ 13716000 h 13716000"/>
              <a:gd name="connsiteX6" fmla="*/ 16632936 w 16661469"/>
              <a:gd name="connsiteY6" fmla="*/ 13716000 h 13716000"/>
              <a:gd name="connsiteX7" fmla="*/ 1645238 w 16661469"/>
              <a:gd name="connsiteY7" fmla="*/ 13716000 h 13716000"/>
              <a:gd name="connsiteX8" fmla="*/ 1238118 w 16661469"/>
              <a:gd name="connsiteY8" fmla="*/ 13412448 h 13716000"/>
              <a:gd name="connsiteX9" fmla="*/ 100611 w 16661469"/>
              <a:gd name="connsiteY9" fmla="*/ 11556263 h 13716000"/>
              <a:gd name="connsiteX10" fmla="*/ 0 w 16661469"/>
              <a:gd name="connsiteY10" fmla="*/ 10998008 h 13716000"/>
              <a:gd name="connsiteX11" fmla="*/ 0 w 16661469"/>
              <a:gd name="connsiteY11" fmla="*/ 0 h 13716000"/>
              <a:gd name="connsiteX0" fmla="*/ 0 w 16641837"/>
              <a:gd name="connsiteY0" fmla="*/ 0 h 13716000"/>
              <a:gd name="connsiteX1" fmla="*/ 14779392 w 16641837"/>
              <a:gd name="connsiteY1" fmla="*/ 0 h 13716000"/>
              <a:gd name="connsiteX2" fmla="*/ 15357003 w 16641837"/>
              <a:gd name="connsiteY2" fmla="*/ 504315 h 13716000"/>
              <a:gd name="connsiteX3" fmla="*/ 16438438 w 16641837"/>
              <a:gd name="connsiteY3" fmla="*/ 4069575 h 13716000"/>
              <a:gd name="connsiteX4" fmla="*/ 16625062 w 16641837"/>
              <a:gd name="connsiteY4" fmla="*/ 5286765 h 13716000"/>
              <a:gd name="connsiteX5" fmla="*/ 16632936 w 16641837"/>
              <a:gd name="connsiteY5" fmla="*/ 13716000 h 13716000"/>
              <a:gd name="connsiteX6" fmla="*/ 16632936 w 16641837"/>
              <a:gd name="connsiteY6" fmla="*/ 13716000 h 13716000"/>
              <a:gd name="connsiteX7" fmla="*/ 1645238 w 16641837"/>
              <a:gd name="connsiteY7" fmla="*/ 13716000 h 13716000"/>
              <a:gd name="connsiteX8" fmla="*/ 1238118 w 16641837"/>
              <a:gd name="connsiteY8" fmla="*/ 13412448 h 13716000"/>
              <a:gd name="connsiteX9" fmla="*/ 100611 w 16641837"/>
              <a:gd name="connsiteY9" fmla="*/ 11556263 h 13716000"/>
              <a:gd name="connsiteX10" fmla="*/ 0 w 16641837"/>
              <a:gd name="connsiteY10" fmla="*/ 10998008 h 13716000"/>
              <a:gd name="connsiteX11" fmla="*/ 0 w 16641837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438438 w 16632937"/>
              <a:gd name="connsiteY3" fmla="*/ 4069575 h 13716000"/>
              <a:gd name="connsiteX4" fmla="*/ 16475427 w 16632937"/>
              <a:gd name="connsiteY4" fmla="*/ 621545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7344"/>
              <a:gd name="connsiteY0" fmla="*/ 0 h 13716000"/>
              <a:gd name="connsiteX1" fmla="*/ 14779392 w 16647344"/>
              <a:gd name="connsiteY1" fmla="*/ 0 h 13716000"/>
              <a:gd name="connsiteX2" fmla="*/ 15357003 w 16647344"/>
              <a:gd name="connsiteY2" fmla="*/ 504315 h 13716000"/>
              <a:gd name="connsiteX3" fmla="*/ 16438438 w 16647344"/>
              <a:gd name="connsiteY3" fmla="*/ 4069575 h 13716000"/>
              <a:gd name="connsiteX4" fmla="*/ 16632937 w 16647344"/>
              <a:gd name="connsiteY4" fmla="*/ 5590373 h 13716000"/>
              <a:gd name="connsiteX5" fmla="*/ 16632936 w 16647344"/>
              <a:gd name="connsiteY5" fmla="*/ 13716000 h 13716000"/>
              <a:gd name="connsiteX6" fmla="*/ 16632936 w 16647344"/>
              <a:gd name="connsiteY6" fmla="*/ 13716000 h 13716000"/>
              <a:gd name="connsiteX7" fmla="*/ 1645238 w 16647344"/>
              <a:gd name="connsiteY7" fmla="*/ 13716000 h 13716000"/>
              <a:gd name="connsiteX8" fmla="*/ 1238118 w 16647344"/>
              <a:gd name="connsiteY8" fmla="*/ 13412448 h 13716000"/>
              <a:gd name="connsiteX9" fmla="*/ 100611 w 16647344"/>
              <a:gd name="connsiteY9" fmla="*/ 11556263 h 13716000"/>
              <a:gd name="connsiteX10" fmla="*/ 0 w 16647344"/>
              <a:gd name="connsiteY10" fmla="*/ 10998008 h 13716000"/>
              <a:gd name="connsiteX11" fmla="*/ 0 w 16647344"/>
              <a:gd name="connsiteY11" fmla="*/ 0 h 13716000"/>
              <a:gd name="connsiteX0" fmla="*/ 0 w 16650843"/>
              <a:gd name="connsiteY0" fmla="*/ 0 h 13716000"/>
              <a:gd name="connsiteX1" fmla="*/ 14779392 w 16650843"/>
              <a:gd name="connsiteY1" fmla="*/ 0 h 13716000"/>
              <a:gd name="connsiteX2" fmla="*/ 15357003 w 16650843"/>
              <a:gd name="connsiteY2" fmla="*/ 504315 h 13716000"/>
              <a:gd name="connsiteX3" fmla="*/ 16438438 w 16650843"/>
              <a:gd name="connsiteY3" fmla="*/ 4069575 h 13716000"/>
              <a:gd name="connsiteX4" fmla="*/ 16632937 w 16650843"/>
              <a:gd name="connsiteY4" fmla="*/ 5590373 h 13716000"/>
              <a:gd name="connsiteX5" fmla="*/ 16632936 w 16650843"/>
              <a:gd name="connsiteY5" fmla="*/ 13716000 h 13716000"/>
              <a:gd name="connsiteX6" fmla="*/ 16632936 w 16650843"/>
              <a:gd name="connsiteY6" fmla="*/ 13716000 h 13716000"/>
              <a:gd name="connsiteX7" fmla="*/ 1645238 w 16650843"/>
              <a:gd name="connsiteY7" fmla="*/ 13716000 h 13716000"/>
              <a:gd name="connsiteX8" fmla="*/ 1238118 w 16650843"/>
              <a:gd name="connsiteY8" fmla="*/ 13412448 h 13716000"/>
              <a:gd name="connsiteX9" fmla="*/ 100611 w 16650843"/>
              <a:gd name="connsiteY9" fmla="*/ 11556263 h 13716000"/>
              <a:gd name="connsiteX10" fmla="*/ 0 w 16650843"/>
              <a:gd name="connsiteY10" fmla="*/ 10998008 h 13716000"/>
              <a:gd name="connsiteX11" fmla="*/ 0 w 16650843"/>
              <a:gd name="connsiteY11" fmla="*/ 0 h 13716000"/>
              <a:gd name="connsiteX0" fmla="*/ 0 w 16652010"/>
              <a:gd name="connsiteY0" fmla="*/ 0 h 13716000"/>
              <a:gd name="connsiteX1" fmla="*/ 14779392 w 16652010"/>
              <a:gd name="connsiteY1" fmla="*/ 0 h 13716000"/>
              <a:gd name="connsiteX2" fmla="*/ 15357003 w 16652010"/>
              <a:gd name="connsiteY2" fmla="*/ 504315 h 13716000"/>
              <a:gd name="connsiteX3" fmla="*/ 16375434 w 16652010"/>
              <a:gd name="connsiteY3" fmla="*/ 4587495 h 13716000"/>
              <a:gd name="connsiteX4" fmla="*/ 16632937 w 16652010"/>
              <a:gd name="connsiteY4" fmla="*/ 5590373 h 13716000"/>
              <a:gd name="connsiteX5" fmla="*/ 16632936 w 16652010"/>
              <a:gd name="connsiteY5" fmla="*/ 13716000 h 13716000"/>
              <a:gd name="connsiteX6" fmla="*/ 16632936 w 16652010"/>
              <a:gd name="connsiteY6" fmla="*/ 13716000 h 13716000"/>
              <a:gd name="connsiteX7" fmla="*/ 1645238 w 16652010"/>
              <a:gd name="connsiteY7" fmla="*/ 13716000 h 13716000"/>
              <a:gd name="connsiteX8" fmla="*/ 1238118 w 16652010"/>
              <a:gd name="connsiteY8" fmla="*/ 13412448 h 13716000"/>
              <a:gd name="connsiteX9" fmla="*/ 100611 w 16652010"/>
              <a:gd name="connsiteY9" fmla="*/ 11556263 h 13716000"/>
              <a:gd name="connsiteX10" fmla="*/ 0 w 16652010"/>
              <a:gd name="connsiteY10" fmla="*/ 10998008 h 13716000"/>
              <a:gd name="connsiteX11" fmla="*/ 0 w 16652010"/>
              <a:gd name="connsiteY11" fmla="*/ 0 h 13716000"/>
              <a:gd name="connsiteX0" fmla="*/ 0 w 16647459"/>
              <a:gd name="connsiteY0" fmla="*/ 0 h 13716000"/>
              <a:gd name="connsiteX1" fmla="*/ 14779392 w 16647459"/>
              <a:gd name="connsiteY1" fmla="*/ 0 h 13716000"/>
              <a:gd name="connsiteX2" fmla="*/ 15357003 w 16647459"/>
              <a:gd name="connsiteY2" fmla="*/ 504315 h 13716000"/>
              <a:gd name="connsiteX3" fmla="*/ 16517191 w 16647459"/>
              <a:gd name="connsiteY3" fmla="*/ 4373183 h 13716000"/>
              <a:gd name="connsiteX4" fmla="*/ 16632937 w 16647459"/>
              <a:gd name="connsiteY4" fmla="*/ 5590373 h 13716000"/>
              <a:gd name="connsiteX5" fmla="*/ 16632936 w 16647459"/>
              <a:gd name="connsiteY5" fmla="*/ 13716000 h 13716000"/>
              <a:gd name="connsiteX6" fmla="*/ 16632936 w 16647459"/>
              <a:gd name="connsiteY6" fmla="*/ 13716000 h 13716000"/>
              <a:gd name="connsiteX7" fmla="*/ 1645238 w 16647459"/>
              <a:gd name="connsiteY7" fmla="*/ 13716000 h 13716000"/>
              <a:gd name="connsiteX8" fmla="*/ 1238118 w 16647459"/>
              <a:gd name="connsiteY8" fmla="*/ 13412448 h 13716000"/>
              <a:gd name="connsiteX9" fmla="*/ 100611 w 16647459"/>
              <a:gd name="connsiteY9" fmla="*/ 11556263 h 13716000"/>
              <a:gd name="connsiteX10" fmla="*/ 0 w 16647459"/>
              <a:gd name="connsiteY10" fmla="*/ 10998008 h 13716000"/>
              <a:gd name="connsiteX11" fmla="*/ 0 w 1664745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38010"/>
              <a:gd name="connsiteY0" fmla="*/ 0 h 13716000"/>
              <a:gd name="connsiteX1" fmla="*/ 14779392 w 16638010"/>
              <a:gd name="connsiteY1" fmla="*/ 0 h 13716000"/>
              <a:gd name="connsiteX2" fmla="*/ 15357003 w 16638010"/>
              <a:gd name="connsiteY2" fmla="*/ 504315 h 13716000"/>
              <a:gd name="connsiteX3" fmla="*/ 16517191 w 16638010"/>
              <a:gd name="connsiteY3" fmla="*/ 4373183 h 13716000"/>
              <a:gd name="connsiteX4" fmla="*/ 16632937 w 16638010"/>
              <a:gd name="connsiteY4" fmla="*/ 5590373 h 13716000"/>
              <a:gd name="connsiteX5" fmla="*/ 16632936 w 16638010"/>
              <a:gd name="connsiteY5" fmla="*/ 13716000 h 13716000"/>
              <a:gd name="connsiteX6" fmla="*/ 16632936 w 16638010"/>
              <a:gd name="connsiteY6" fmla="*/ 13716000 h 13716000"/>
              <a:gd name="connsiteX7" fmla="*/ 1645238 w 16638010"/>
              <a:gd name="connsiteY7" fmla="*/ 13716000 h 13716000"/>
              <a:gd name="connsiteX8" fmla="*/ 1238118 w 16638010"/>
              <a:gd name="connsiteY8" fmla="*/ 13412448 h 13716000"/>
              <a:gd name="connsiteX9" fmla="*/ 100611 w 16638010"/>
              <a:gd name="connsiteY9" fmla="*/ 11556263 h 13716000"/>
              <a:gd name="connsiteX10" fmla="*/ 0 w 16638010"/>
              <a:gd name="connsiteY10" fmla="*/ 10998008 h 13716000"/>
              <a:gd name="connsiteX11" fmla="*/ 0 w 16638010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517191 w 16632937"/>
              <a:gd name="connsiteY3" fmla="*/ 4373183 h 13716000"/>
              <a:gd name="connsiteX4" fmla="*/ 16373045 w 16632937"/>
              <a:gd name="connsiteY4" fmla="*/ 576896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4423"/>
              <a:gd name="connsiteY0" fmla="*/ 0 h 13716000"/>
              <a:gd name="connsiteX1" fmla="*/ 14779392 w 16644423"/>
              <a:gd name="connsiteY1" fmla="*/ 0 h 13716000"/>
              <a:gd name="connsiteX2" fmla="*/ 15357003 w 16644423"/>
              <a:gd name="connsiteY2" fmla="*/ 504315 h 13716000"/>
              <a:gd name="connsiteX3" fmla="*/ 16517191 w 16644423"/>
              <a:gd name="connsiteY3" fmla="*/ 4373183 h 13716000"/>
              <a:gd name="connsiteX4" fmla="*/ 16640812 w 16644423"/>
              <a:gd name="connsiteY4" fmla="*/ 5679660 h 13716000"/>
              <a:gd name="connsiteX5" fmla="*/ 16632936 w 16644423"/>
              <a:gd name="connsiteY5" fmla="*/ 13716000 h 13716000"/>
              <a:gd name="connsiteX6" fmla="*/ 16632936 w 16644423"/>
              <a:gd name="connsiteY6" fmla="*/ 13716000 h 13716000"/>
              <a:gd name="connsiteX7" fmla="*/ 1645238 w 16644423"/>
              <a:gd name="connsiteY7" fmla="*/ 13716000 h 13716000"/>
              <a:gd name="connsiteX8" fmla="*/ 1238118 w 16644423"/>
              <a:gd name="connsiteY8" fmla="*/ 13412448 h 13716000"/>
              <a:gd name="connsiteX9" fmla="*/ 100611 w 16644423"/>
              <a:gd name="connsiteY9" fmla="*/ 11556263 h 13716000"/>
              <a:gd name="connsiteX10" fmla="*/ 0 w 16644423"/>
              <a:gd name="connsiteY10" fmla="*/ 10998008 h 13716000"/>
              <a:gd name="connsiteX11" fmla="*/ 0 w 1664442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1099800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376252 w 16641493"/>
              <a:gd name="connsiteY9" fmla="*/ 9752460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387751 w 16641493"/>
              <a:gd name="connsiteY8" fmla="*/ 11144303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41493" h="13716000">
                <a:moveTo>
                  <a:pt x="0" y="0"/>
                </a:moveTo>
                <a:lnTo>
                  <a:pt x="14779392" y="0"/>
                </a:lnTo>
                <a:cubicBezTo>
                  <a:pt x="15216842" y="4988"/>
                  <a:pt x="15191892" y="115943"/>
                  <a:pt x="15357003" y="504315"/>
                </a:cubicBezTo>
                <a:lnTo>
                  <a:pt x="16517191" y="4373183"/>
                </a:lnTo>
                <a:cubicBezTo>
                  <a:pt x="16658661" y="4909485"/>
                  <a:pt x="16637274" y="5104785"/>
                  <a:pt x="16640812" y="5679660"/>
                </a:cubicBezTo>
                <a:cubicBezTo>
                  <a:pt x="16644350" y="6254535"/>
                  <a:pt x="16632936" y="9901169"/>
                  <a:pt x="16632936" y="13716000"/>
                </a:cubicBezTo>
                <a:lnTo>
                  <a:pt x="16632936" y="13716000"/>
                </a:lnTo>
                <a:lnTo>
                  <a:pt x="1645238" y="13716000"/>
                </a:lnTo>
                <a:cubicBezTo>
                  <a:pt x="1516674" y="13714829"/>
                  <a:pt x="1437936" y="13670790"/>
                  <a:pt x="1238119" y="13108838"/>
                </a:cubicBezTo>
                <a:lnTo>
                  <a:pt x="147863" y="9538148"/>
                </a:lnTo>
                <a:cubicBezTo>
                  <a:pt x="45697" y="9171090"/>
                  <a:pt x="2338" y="8948700"/>
                  <a:pt x="0" y="8229810"/>
                </a:cubicBez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>
              <a:defRPr lang="en-US" b="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 algn="ctr"/>
            <a:r>
              <a:rPr lang="en-US" noProof="0"/>
              <a:t>Click icon to add picture</a:t>
            </a:r>
            <a:endParaRPr lang="en-AU" noProof="0" dirty="0"/>
          </a:p>
        </p:txBody>
      </p:sp>
      <p:sp>
        <p:nvSpPr>
          <p:cNvPr id="3" name="Picture Placeholder 25">
            <a:extLst>
              <a:ext uri="{FF2B5EF4-FFF2-40B4-BE49-F238E27FC236}">
                <a16:creationId xmlns:a16="http://schemas.microsoft.com/office/drawing/2014/main" id="{581FEF35-6D45-22CD-A926-76F0B95B46F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55292" y="2044700"/>
            <a:ext cx="5031740" cy="1645920"/>
          </a:xfrm>
          <a:custGeom>
            <a:avLst/>
            <a:gdLst>
              <a:gd name="connsiteX0" fmla="*/ 0 w 16632936"/>
              <a:gd name="connsiteY0" fmla="*/ 0 h 13716000"/>
              <a:gd name="connsiteX1" fmla="*/ 143614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203695 w 16632936"/>
              <a:gd name="connsiteY2" fmla="*/ 282122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321295 w 16632936"/>
              <a:gd name="connsiteY3" fmla="*/ 1777093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062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246909 w 16632936"/>
              <a:gd name="connsiteY3" fmla="*/ 179251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4004"/>
              <a:gd name="connsiteY0" fmla="*/ 0 h 13716000"/>
              <a:gd name="connsiteX1" fmla="*/ 14971029 w 16634004"/>
              <a:gd name="connsiteY1" fmla="*/ 0 h 13716000"/>
              <a:gd name="connsiteX2" fmla="*/ 15357002 w 16634004"/>
              <a:gd name="connsiteY2" fmla="*/ 272143 h 13716000"/>
              <a:gd name="connsiteX3" fmla="*/ 16367559 w 16634004"/>
              <a:gd name="connsiteY3" fmla="*/ 1697264 h 13716000"/>
              <a:gd name="connsiteX4" fmla="*/ 16632936 w 16634004"/>
              <a:gd name="connsiteY4" fmla="*/ 2271507 h 13716000"/>
              <a:gd name="connsiteX5" fmla="*/ 16632936 w 16634004"/>
              <a:gd name="connsiteY5" fmla="*/ 13716000 h 13716000"/>
              <a:gd name="connsiteX6" fmla="*/ 16632936 w 16634004"/>
              <a:gd name="connsiteY6" fmla="*/ 13716000 h 13716000"/>
              <a:gd name="connsiteX7" fmla="*/ 2271507 w 16634004"/>
              <a:gd name="connsiteY7" fmla="*/ 13716000 h 13716000"/>
              <a:gd name="connsiteX8" fmla="*/ 0 w 16634004"/>
              <a:gd name="connsiteY8" fmla="*/ 11444493 h 13716000"/>
              <a:gd name="connsiteX9" fmla="*/ 0 w 16634004"/>
              <a:gd name="connsiteY9" fmla="*/ 0 h 13716000"/>
              <a:gd name="connsiteX0" fmla="*/ 0 w 16633466"/>
              <a:gd name="connsiteY0" fmla="*/ 0 h 13716000"/>
              <a:gd name="connsiteX1" fmla="*/ 14971029 w 16633466"/>
              <a:gd name="connsiteY1" fmla="*/ 0 h 13716000"/>
              <a:gd name="connsiteX2" fmla="*/ 15357002 w 16633466"/>
              <a:gd name="connsiteY2" fmla="*/ 272143 h 13716000"/>
              <a:gd name="connsiteX3" fmla="*/ 16367559 w 16633466"/>
              <a:gd name="connsiteY3" fmla="*/ 1697264 h 13716000"/>
              <a:gd name="connsiteX4" fmla="*/ 16632936 w 16633466"/>
              <a:gd name="connsiteY4" fmla="*/ 2271507 h 13716000"/>
              <a:gd name="connsiteX5" fmla="*/ 16632936 w 16633466"/>
              <a:gd name="connsiteY5" fmla="*/ 13716000 h 13716000"/>
              <a:gd name="connsiteX6" fmla="*/ 16632936 w 16633466"/>
              <a:gd name="connsiteY6" fmla="*/ 13716000 h 13716000"/>
              <a:gd name="connsiteX7" fmla="*/ 2271507 w 16633466"/>
              <a:gd name="connsiteY7" fmla="*/ 13716000 h 13716000"/>
              <a:gd name="connsiteX8" fmla="*/ 0 w 16633466"/>
              <a:gd name="connsiteY8" fmla="*/ 11444493 h 13716000"/>
              <a:gd name="connsiteX9" fmla="*/ 0 w 16633466"/>
              <a:gd name="connsiteY9" fmla="*/ 0 h 13716000"/>
              <a:gd name="connsiteX0" fmla="*/ 0 w 16633185"/>
              <a:gd name="connsiteY0" fmla="*/ 0 h 13716000"/>
              <a:gd name="connsiteX1" fmla="*/ 14971029 w 16633185"/>
              <a:gd name="connsiteY1" fmla="*/ 0 h 13716000"/>
              <a:gd name="connsiteX2" fmla="*/ 15357002 w 16633185"/>
              <a:gd name="connsiteY2" fmla="*/ 272143 h 13716000"/>
              <a:gd name="connsiteX3" fmla="*/ 16367559 w 16633185"/>
              <a:gd name="connsiteY3" fmla="*/ 1697264 h 13716000"/>
              <a:gd name="connsiteX4" fmla="*/ 16632936 w 16633185"/>
              <a:gd name="connsiteY4" fmla="*/ 2271507 h 13716000"/>
              <a:gd name="connsiteX5" fmla="*/ 16632936 w 16633185"/>
              <a:gd name="connsiteY5" fmla="*/ 13716000 h 13716000"/>
              <a:gd name="connsiteX6" fmla="*/ 16632936 w 16633185"/>
              <a:gd name="connsiteY6" fmla="*/ 13716000 h 13716000"/>
              <a:gd name="connsiteX7" fmla="*/ 2271507 w 16633185"/>
              <a:gd name="connsiteY7" fmla="*/ 13716000 h 13716000"/>
              <a:gd name="connsiteX8" fmla="*/ 0 w 16633185"/>
              <a:gd name="connsiteY8" fmla="*/ 11444493 h 13716000"/>
              <a:gd name="connsiteX9" fmla="*/ 0 w 16633185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3015"/>
              <a:gd name="connsiteY0" fmla="*/ 0 h 13716000"/>
              <a:gd name="connsiteX1" fmla="*/ 14971029 w 16633015"/>
              <a:gd name="connsiteY1" fmla="*/ 0 h 13716000"/>
              <a:gd name="connsiteX2" fmla="*/ 15357002 w 16633015"/>
              <a:gd name="connsiteY2" fmla="*/ 272143 h 13716000"/>
              <a:gd name="connsiteX3" fmla="*/ 16367559 w 16633015"/>
              <a:gd name="connsiteY3" fmla="*/ 1697264 h 13716000"/>
              <a:gd name="connsiteX4" fmla="*/ 16632936 w 16633015"/>
              <a:gd name="connsiteY4" fmla="*/ 2271507 h 13716000"/>
              <a:gd name="connsiteX5" fmla="*/ 16632936 w 16633015"/>
              <a:gd name="connsiteY5" fmla="*/ 13716000 h 13716000"/>
              <a:gd name="connsiteX6" fmla="*/ 16632936 w 16633015"/>
              <a:gd name="connsiteY6" fmla="*/ 13716000 h 13716000"/>
              <a:gd name="connsiteX7" fmla="*/ 2271507 w 16633015"/>
              <a:gd name="connsiteY7" fmla="*/ 13716000 h 13716000"/>
              <a:gd name="connsiteX8" fmla="*/ 0 w 16633015"/>
              <a:gd name="connsiteY8" fmla="*/ 11444493 h 13716000"/>
              <a:gd name="connsiteX9" fmla="*/ 0 w 16633015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173699 w 16633092"/>
              <a:gd name="connsiteY8" fmla="*/ 11626510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380993 w 16633092"/>
              <a:gd name="connsiteY8" fmla="*/ 1339339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367559 w 16632937"/>
              <a:gd name="connsiteY3" fmla="*/ 1697264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40703"/>
              <a:gd name="connsiteY0" fmla="*/ 0 h 13716000"/>
              <a:gd name="connsiteX1" fmla="*/ 14971029 w 16640703"/>
              <a:gd name="connsiteY1" fmla="*/ 0 h 13716000"/>
              <a:gd name="connsiteX2" fmla="*/ 15357002 w 16640703"/>
              <a:gd name="connsiteY2" fmla="*/ 272143 h 13716000"/>
              <a:gd name="connsiteX3" fmla="*/ 16454190 w 16640703"/>
              <a:gd name="connsiteY3" fmla="*/ 2081238 h 13716000"/>
              <a:gd name="connsiteX4" fmla="*/ 16625062 w 16640703"/>
              <a:gd name="connsiteY4" fmla="*/ 3485943 h 13716000"/>
              <a:gd name="connsiteX5" fmla="*/ 16632936 w 16640703"/>
              <a:gd name="connsiteY5" fmla="*/ 13716000 h 13716000"/>
              <a:gd name="connsiteX6" fmla="*/ 16632936 w 16640703"/>
              <a:gd name="connsiteY6" fmla="*/ 13716000 h 13716000"/>
              <a:gd name="connsiteX7" fmla="*/ 1645238 w 16640703"/>
              <a:gd name="connsiteY7" fmla="*/ 13716000 h 13716000"/>
              <a:gd name="connsiteX8" fmla="*/ 1238118 w 16640703"/>
              <a:gd name="connsiteY8" fmla="*/ 13412448 h 13716000"/>
              <a:gd name="connsiteX9" fmla="*/ 92737 w 16640703"/>
              <a:gd name="connsiteY9" fmla="*/ 11788435 h 13716000"/>
              <a:gd name="connsiteX10" fmla="*/ 0 w 16640703"/>
              <a:gd name="connsiteY10" fmla="*/ 11444493 h 13716000"/>
              <a:gd name="connsiteX11" fmla="*/ 0 w 16640703"/>
              <a:gd name="connsiteY11" fmla="*/ 0 h 13716000"/>
              <a:gd name="connsiteX0" fmla="*/ 0 w 16644119"/>
              <a:gd name="connsiteY0" fmla="*/ 0 h 13716000"/>
              <a:gd name="connsiteX1" fmla="*/ 14971029 w 16644119"/>
              <a:gd name="connsiteY1" fmla="*/ 0 h 13716000"/>
              <a:gd name="connsiteX2" fmla="*/ 15357002 w 16644119"/>
              <a:gd name="connsiteY2" fmla="*/ 272143 h 13716000"/>
              <a:gd name="connsiteX3" fmla="*/ 16454190 w 16644119"/>
              <a:gd name="connsiteY3" fmla="*/ 2081238 h 13716000"/>
              <a:gd name="connsiteX4" fmla="*/ 16625062 w 16644119"/>
              <a:gd name="connsiteY4" fmla="*/ 3485943 h 13716000"/>
              <a:gd name="connsiteX5" fmla="*/ 16632936 w 16644119"/>
              <a:gd name="connsiteY5" fmla="*/ 13716000 h 13716000"/>
              <a:gd name="connsiteX6" fmla="*/ 16632936 w 16644119"/>
              <a:gd name="connsiteY6" fmla="*/ 13716000 h 13716000"/>
              <a:gd name="connsiteX7" fmla="*/ 1645238 w 16644119"/>
              <a:gd name="connsiteY7" fmla="*/ 13716000 h 13716000"/>
              <a:gd name="connsiteX8" fmla="*/ 1238118 w 16644119"/>
              <a:gd name="connsiteY8" fmla="*/ 13412448 h 13716000"/>
              <a:gd name="connsiteX9" fmla="*/ 92737 w 16644119"/>
              <a:gd name="connsiteY9" fmla="*/ 11788435 h 13716000"/>
              <a:gd name="connsiteX10" fmla="*/ 0 w 16644119"/>
              <a:gd name="connsiteY10" fmla="*/ 11444493 h 13716000"/>
              <a:gd name="connsiteX11" fmla="*/ 0 w 16644119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78724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45511"/>
              <a:gd name="connsiteY0" fmla="*/ 0 h 13716000"/>
              <a:gd name="connsiteX1" fmla="*/ 14971029 w 16645511"/>
              <a:gd name="connsiteY1" fmla="*/ 0 h 13716000"/>
              <a:gd name="connsiteX2" fmla="*/ 15357002 w 16645511"/>
              <a:gd name="connsiteY2" fmla="*/ 272143 h 13716000"/>
              <a:gd name="connsiteX3" fmla="*/ 16454190 w 16645511"/>
              <a:gd name="connsiteY3" fmla="*/ 2081238 h 13716000"/>
              <a:gd name="connsiteX4" fmla="*/ 16640815 w 16645511"/>
              <a:gd name="connsiteY4" fmla="*/ 2860867 h 13716000"/>
              <a:gd name="connsiteX5" fmla="*/ 16632936 w 16645511"/>
              <a:gd name="connsiteY5" fmla="*/ 13716000 h 13716000"/>
              <a:gd name="connsiteX6" fmla="*/ 16632936 w 16645511"/>
              <a:gd name="connsiteY6" fmla="*/ 13716000 h 13716000"/>
              <a:gd name="connsiteX7" fmla="*/ 1645238 w 16645511"/>
              <a:gd name="connsiteY7" fmla="*/ 13716000 h 13716000"/>
              <a:gd name="connsiteX8" fmla="*/ 1238118 w 16645511"/>
              <a:gd name="connsiteY8" fmla="*/ 13412448 h 13716000"/>
              <a:gd name="connsiteX9" fmla="*/ 92737 w 16645511"/>
              <a:gd name="connsiteY9" fmla="*/ 11788435 h 13716000"/>
              <a:gd name="connsiteX10" fmla="*/ 0 w 16645511"/>
              <a:gd name="connsiteY10" fmla="*/ 11444493 h 13716000"/>
              <a:gd name="connsiteX11" fmla="*/ 0 w 16645511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5193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373046 w 16632937"/>
              <a:gd name="connsiteY4" fmla="*/ 2905518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87243 w 16634283"/>
              <a:gd name="connsiteY9" fmla="*/ 11591982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5286765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42975"/>
              <a:gd name="connsiteY0" fmla="*/ 0 h 13716000"/>
              <a:gd name="connsiteX1" fmla="*/ 14971029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41250 w 16642975"/>
              <a:gd name="connsiteY2" fmla="*/ 1093680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6990"/>
              <a:gd name="connsiteY0" fmla="*/ 0 h 13716000"/>
              <a:gd name="connsiteX1" fmla="*/ 14779392 w 16646990"/>
              <a:gd name="connsiteY1" fmla="*/ 0 h 13716000"/>
              <a:gd name="connsiteX2" fmla="*/ 15357003 w 16646990"/>
              <a:gd name="connsiteY2" fmla="*/ 504315 h 13716000"/>
              <a:gd name="connsiteX3" fmla="*/ 16367559 w 16646990"/>
              <a:gd name="connsiteY3" fmla="*/ 3890985 h 13716000"/>
              <a:gd name="connsiteX4" fmla="*/ 16625062 w 16646990"/>
              <a:gd name="connsiteY4" fmla="*/ 5286765 h 13716000"/>
              <a:gd name="connsiteX5" fmla="*/ 16632936 w 16646990"/>
              <a:gd name="connsiteY5" fmla="*/ 13716000 h 13716000"/>
              <a:gd name="connsiteX6" fmla="*/ 16632936 w 16646990"/>
              <a:gd name="connsiteY6" fmla="*/ 13716000 h 13716000"/>
              <a:gd name="connsiteX7" fmla="*/ 1645238 w 16646990"/>
              <a:gd name="connsiteY7" fmla="*/ 13716000 h 13716000"/>
              <a:gd name="connsiteX8" fmla="*/ 1238118 w 16646990"/>
              <a:gd name="connsiteY8" fmla="*/ 13412448 h 13716000"/>
              <a:gd name="connsiteX9" fmla="*/ 100611 w 16646990"/>
              <a:gd name="connsiteY9" fmla="*/ 11556263 h 13716000"/>
              <a:gd name="connsiteX10" fmla="*/ 0 w 16646990"/>
              <a:gd name="connsiteY10" fmla="*/ 10998008 h 13716000"/>
              <a:gd name="connsiteX11" fmla="*/ 0 w 16646990"/>
              <a:gd name="connsiteY11" fmla="*/ 0 h 13716000"/>
              <a:gd name="connsiteX0" fmla="*/ 0 w 16661469"/>
              <a:gd name="connsiteY0" fmla="*/ 0 h 13716000"/>
              <a:gd name="connsiteX1" fmla="*/ 14779392 w 16661469"/>
              <a:gd name="connsiteY1" fmla="*/ 0 h 13716000"/>
              <a:gd name="connsiteX2" fmla="*/ 15357003 w 16661469"/>
              <a:gd name="connsiteY2" fmla="*/ 504315 h 13716000"/>
              <a:gd name="connsiteX3" fmla="*/ 16170672 w 16661469"/>
              <a:gd name="connsiteY3" fmla="*/ 4212450 h 13716000"/>
              <a:gd name="connsiteX4" fmla="*/ 16625062 w 16661469"/>
              <a:gd name="connsiteY4" fmla="*/ 5286765 h 13716000"/>
              <a:gd name="connsiteX5" fmla="*/ 16632936 w 16661469"/>
              <a:gd name="connsiteY5" fmla="*/ 13716000 h 13716000"/>
              <a:gd name="connsiteX6" fmla="*/ 16632936 w 16661469"/>
              <a:gd name="connsiteY6" fmla="*/ 13716000 h 13716000"/>
              <a:gd name="connsiteX7" fmla="*/ 1645238 w 16661469"/>
              <a:gd name="connsiteY7" fmla="*/ 13716000 h 13716000"/>
              <a:gd name="connsiteX8" fmla="*/ 1238118 w 16661469"/>
              <a:gd name="connsiteY8" fmla="*/ 13412448 h 13716000"/>
              <a:gd name="connsiteX9" fmla="*/ 100611 w 16661469"/>
              <a:gd name="connsiteY9" fmla="*/ 11556263 h 13716000"/>
              <a:gd name="connsiteX10" fmla="*/ 0 w 16661469"/>
              <a:gd name="connsiteY10" fmla="*/ 10998008 h 13716000"/>
              <a:gd name="connsiteX11" fmla="*/ 0 w 16661469"/>
              <a:gd name="connsiteY11" fmla="*/ 0 h 13716000"/>
              <a:gd name="connsiteX0" fmla="*/ 0 w 16641837"/>
              <a:gd name="connsiteY0" fmla="*/ 0 h 13716000"/>
              <a:gd name="connsiteX1" fmla="*/ 14779392 w 16641837"/>
              <a:gd name="connsiteY1" fmla="*/ 0 h 13716000"/>
              <a:gd name="connsiteX2" fmla="*/ 15357003 w 16641837"/>
              <a:gd name="connsiteY2" fmla="*/ 504315 h 13716000"/>
              <a:gd name="connsiteX3" fmla="*/ 16438438 w 16641837"/>
              <a:gd name="connsiteY3" fmla="*/ 4069575 h 13716000"/>
              <a:gd name="connsiteX4" fmla="*/ 16625062 w 16641837"/>
              <a:gd name="connsiteY4" fmla="*/ 5286765 h 13716000"/>
              <a:gd name="connsiteX5" fmla="*/ 16632936 w 16641837"/>
              <a:gd name="connsiteY5" fmla="*/ 13716000 h 13716000"/>
              <a:gd name="connsiteX6" fmla="*/ 16632936 w 16641837"/>
              <a:gd name="connsiteY6" fmla="*/ 13716000 h 13716000"/>
              <a:gd name="connsiteX7" fmla="*/ 1645238 w 16641837"/>
              <a:gd name="connsiteY7" fmla="*/ 13716000 h 13716000"/>
              <a:gd name="connsiteX8" fmla="*/ 1238118 w 16641837"/>
              <a:gd name="connsiteY8" fmla="*/ 13412448 h 13716000"/>
              <a:gd name="connsiteX9" fmla="*/ 100611 w 16641837"/>
              <a:gd name="connsiteY9" fmla="*/ 11556263 h 13716000"/>
              <a:gd name="connsiteX10" fmla="*/ 0 w 16641837"/>
              <a:gd name="connsiteY10" fmla="*/ 10998008 h 13716000"/>
              <a:gd name="connsiteX11" fmla="*/ 0 w 16641837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438438 w 16632937"/>
              <a:gd name="connsiteY3" fmla="*/ 4069575 h 13716000"/>
              <a:gd name="connsiteX4" fmla="*/ 16475427 w 16632937"/>
              <a:gd name="connsiteY4" fmla="*/ 621545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7344"/>
              <a:gd name="connsiteY0" fmla="*/ 0 h 13716000"/>
              <a:gd name="connsiteX1" fmla="*/ 14779392 w 16647344"/>
              <a:gd name="connsiteY1" fmla="*/ 0 h 13716000"/>
              <a:gd name="connsiteX2" fmla="*/ 15357003 w 16647344"/>
              <a:gd name="connsiteY2" fmla="*/ 504315 h 13716000"/>
              <a:gd name="connsiteX3" fmla="*/ 16438438 w 16647344"/>
              <a:gd name="connsiteY3" fmla="*/ 4069575 h 13716000"/>
              <a:gd name="connsiteX4" fmla="*/ 16632937 w 16647344"/>
              <a:gd name="connsiteY4" fmla="*/ 5590373 h 13716000"/>
              <a:gd name="connsiteX5" fmla="*/ 16632936 w 16647344"/>
              <a:gd name="connsiteY5" fmla="*/ 13716000 h 13716000"/>
              <a:gd name="connsiteX6" fmla="*/ 16632936 w 16647344"/>
              <a:gd name="connsiteY6" fmla="*/ 13716000 h 13716000"/>
              <a:gd name="connsiteX7" fmla="*/ 1645238 w 16647344"/>
              <a:gd name="connsiteY7" fmla="*/ 13716000 h 13716000"/>
              <a:gd name="connsiteX8" fmla="*/ 1238118 w 16647344"/>
              <a:gd name="connsiteY8" fmla="*/ 13412448 h 13716000"/>
              <a:gd name="connsiteX9" fmla="*/ 100611 w 16647344"/>
              <a:gd name="connsiteY9" fmla="*/ 11556263 h 13716000"/>
              <a:gd name="connsiteX10" fmla="*/ 0 w 16647344"/>
              <a:gd name="connsiteY10" fmla="*/ 10998008 h 13716000"/>
              <a:gd name="connsiteX11" fmla="*/ 0 w 16647344"/>
              <a:gd name="connsiteY11" fmla="*/ 0 h 13716000"/>
              <a:gd name="connsiteX0" fmla="*/ 0 w 16650843"/>
              <a:gd name="connsiteY0" fmla="*/ 0 h 13716000"/>
              <a:gd name="connsiteX1" fmla="*/ 14779392 w 16650843"/>
              <a:gd name="connsiteY1" fmla="*/ 0 h 13716000"/>
              <a:gd name="connsiteX2" fmla="*/ 15357003 w 16650843"/>
              <a:gd name="connsiteY2" fmla="*/ 504315 h 13716000"/>
              <a:gd name="connsiteX3" fmla="*/ 16438438 w 16650843"/>
              <a:gd name="connsiteY3" fmla="*/ 4069575 h 13716000"/>
              <a:gd name="connsiteX4" fmla="*/ 16632937 w 16650843"/>
              <a:gd name="connsiteY4" fmla="*/ 5590373 h 13716000"/>
              <a:gd name="connsiteX5" fmla="*/ 16632936 w 16650843"/>
              <a:gd name="connsiteY5" fmla="*/ 13716000 h 13716000"/>
              <a:gd name="connsiteX6" fmla="*/ 16632936 w 16650843"/>
              <a:gd name="connsiteY6" fmla="*/ 13716000 h 13716000"/>
              <a:gd name="connsiteX7" fmla="*/ 1645238 w 16650843"/>
              <a:gd name="connsiteY7" fmla="*/ 13716000 h 13716000"/>
              <a:gd name="connsiteX8" fmla="*/ 1238118 w 16650843"/>
              <a:gd name="connsiteY8" fmla="*/ 13412448 h 13716000"/>
              <a:gd name="connsiteX9" fmla="*/ 100611 w 16650843"/>
              <a:gd name="connsiteY9" fmla="*/ 11556263 h 13716000"/>
              <a:gd name="connsiteX10" fmla="*/ 0 w 16650843"/>
              <a:gd name="connsiteY10" fmla="*/ 10998008 h 13716000"/>
              <a:gd name="connsiteX11" fmla="*/ 0 w 16650843"/>
              <a:gd name="connsiteY11" fmla="*/ 0 h 13716000"/>
              <a:gd name="connsiteX0" fmla="*/ 0 w 16652010"/>
              <a:gd name="connsiteY0" fmla="*/ 0 h 13716000"/>
              <a:gd name="connsiteX1" fmla="*/ 14779392 w 16652010"/>
              <a:gd name="connsiteY1" fmla="*/ 0 h 13716000"/>
              <a:gd name="connsiteX2" fmla="*/ 15357003 w 16652010"/>
              <a:gd name="connsiteY2" fmla="*/ 504315 h 13716000"/>
              <a:gd name="connsiteX3" fmla="*/ 16375434 w 16652010"/>
              <a:gd name="connsiteY3" fmla="*/ 4587495 h 13716000"/>
              <a:gd name="connsiteX4" fmla="*/ 16632937 w 16652010"/>
              <a:gd name="connsiteY4" fmla="*/ 5590373 h 13716000"/>
              <a:gd name="connsiteX5" fmla="*/ 16632936 w 16652010"/>
              <a:gd name="connsiteY5" fmla="*/ 13716000 h 13716000"/>
              <a:gd name="connsiteX6" fmla="*/ 16632936 w 16652010"/>
              <a:gd name="connsiteY6" fmla="*/ 13716000 h 13716000"/>
              <a:gd name="connsiteX7" fmla="*/ 1645238 w 16652010"/>
              <a:gd name="connsiteY7" fmla="*/ 13716000 h 13716000"/>
              <a:gd name="connsiteX8" fmla="*/ 1238118 w 16652010"/>
              <a:gd name="connsiteY8" fmla="*/ 13412448 h 13716000"/>
              <a:gd name="connsiteX9" fmla="*/ 100611 w 16652010"/>
              <a:gd name="connsiteY9" fmla="*/ 11556263 h 13716000"/>
              <a:gd name="connsiteX10" fmla="*/ 0 w 16652010"/>
              <a:gd name="connsiteY10" fmla="*/ 10998008 h 13716000"/>
              <a:gd name="connsiteX11" fmla="*/ 0 w 16652010"/>
              <a:gd name="connsiteY11" fmla="*/ 0 h 13716000"/>
              <a:gd name="connsiteX0" fmla="*/ 0 w 16647459"/>
              <a:gd name="connsiteY0" fmla="*/ 0 h 13716000"/>
              <a:gd name="connsiteX1" fmla="*/ 14779392 w 16647459"/>
              <a:gd name="connsiteY1" fmla="*/ 0 h 13716000"/>
              <a:gd name="connsiteX2" fmla="*/ 15357003 w 16647459"/>
              <a:gd name="connsiteY2" fmla="*/ 504315 h 13716000"/>
              <a:gd name="connsiteX3" fmla="*/ 16517191 w 16647459"/>
              <a:gd name="connsiteY3" fmla="*/ 4373183 h 13716000"/>
              <a:gd name="connsiteX4" fmla="*/ 16632937 w 16647459"/>
              <a:gd name="connsiteY4" fmla="*/ 5590373 h 13716000"/>
              <a:gd name="connsiteX5" fmla="*/ 16632936 w 16647459"/>
              <a:gd name="connsiteY5" fmla="*/ 13716000 h 13716000"/>
              <a:gd name="connsiteX6" fmla="*/ 16632936 w 16647459"/>
              <a:gd name="connsiteY6" fmla="*/ 13716000 h 13716000"/>
              <a:gd name="connsiteX7" fmla="*/ 1645238 w 16647459"/>
              <a:gd name="connsiteY7" fmla="*/ 13716000 h 13716000"/>
              <a:gd name="connsiteX8" fmla="*/ 1238118 w 16647459"/>
              <a:gd name="connsiteY8" fmla="*/ 13412448 h 13716000"/>
              <a:gd name="connsiteX9" fmla="*/ 100611 w 16647459"/>
              <a:gd name="connsiteY9" fmla="*/ 11556263 h 13716000"/>
              <a:gd name="connsiteX10" fmla="*/ 0 w 16647459"/>
              <a:gd name="connsiteY10" fmla="*/ 10998008 h 13716000"/>
              <a:gd name="connsiteX11" fmla="*/ 0 w 1664745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38010"/>
              <a:gd name="connsiteY0" fmla="*/ 0 h 13716000"/>
              <a:gd name="connsiteX1" fmla="*/ 14779392 w 16638010"/>
              <a:gd name="connsiteY1" fmla="*/ 0 h 13716000"/>
              <a:gd name="connsiteX2" fmla="*/ 15357003 w 16638010"/>
              <a:gd name="connsiteY2" fmla="*/ 504315 h 13716000"/>
              <a:gd name="connsiteX3" fmla="*/ 16517191 w 16638010"/>
              <a:gd name="connsiteY3" fmla="*/ 4373183 h 13716000"/>
              <a:gd name="connsiteX4" fmla="*/ 16632937 w 16638010"/>
              <a:gd name="connsiteY4" fmla="*/ 5590373 h 13716000"/>
              <a:gd name="connsiteX5" fmla="*/ 16632936 w 16638010"/>
              <a:gd name="connsiteY5" fmla="*/ 13716000 h 13716000"/>
              <a:gd name="connsiteX6" fmla="*/ 16632936 w 16638010"/>
              <a:gd name="connsiteY6" fmla="*/ 13716000 h 13716000"/>
              <a:gd name="connsiteX7" fmla="*/ 1645238 w 16638010"/>
              <a:gd name="connsiteY7" fmla="*/ 13716000 h 13716000"/>
              <a:gd name="connsiteX8" fmla="*/ 1238118 w 16638010"/>
              <a:gd name="connsiteY8" fmla="*/ 13412448 h 13716000"/>
              <a:gd name="connsiteX9" fmla="*/ 100611 w 16638010"/>
              <a:gd name="connsiteY9" fmla="*/ 11556263 h 13716000"/>
              <a:gd name="connsiteX10" fmla="*/ 0 w 16638010"/>
              <a:gd name="connsiteY10" fmla="*/ 10998008 h 13716000"/>
              <a:gd name="connsiteX11" fmla="*/ 0 w 16638010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517191 w 16632937"/>
              <a:gd name="connsiteY3" fmla="*/ 4373183 h 13716000"/>
              <a:gd name="connsiteX4" fmla="*/ 16373045 w 16632937"/>
              <a:gd name="connsiteY4" fmla="*/ 576896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4423"/>
              <a:gd name="connsiteY0" fmla="*/ 0 h 13716000"/>
              <a:gd name="connsiteX1" fmla="*/ 14779392 w 16644423"/>
              <a:gd name="connsiteY1" fmla="*/ 0 h 13716000"/>
              <a:gd name="connsiteX2" fmla="*/ 15357003 w 16644423"/>
              <a:gd name="connsiteY2" fmla="*/ 504315 h 13716000"/>
              <a:gd name="connsiteX3" fmla="*/ 16517191 w 16644423"/>
              <a:gd name="connsiteY3" fmla="*/ 4373183 h 13716000"/>
              <a:gd name="connsiteX4" fmla="*/ 16640812 w 16644423"/>
              <a:gd name="connsiteY4" fmla="*/ 5679660 h 13716000"/>
              <a:gd name="connsiteX5" fmla="*/ 16632936 w 16644423"/>
              <a:gd name="connsiteY5" fmla="*/ 13716000 h 13716000"/>
              <a:gd name="connsiteX6" fmla="*/ 16632936 w 16644423"/>
              <a:gd name="connsiteY6" fmla="*/ 13716000 h 13716000"/>
              <a:gd name="connsiteX7" fmla="*/ 1645238 w 16644423"/>
              <a:gd name="connsiteY7" fmla="*/ 13716000 h 13716000"/>
              <a:gd name="connsiteX8" fmla="*/ 1238118 w 16644423"/>
              <a:gd name="connsiteY8" fmla="*/ 13412448 h 13716000"/>
              <a:gd name="connsiteX9" fmla="*/ 100611 w 16644423"/>
              <a:gd name="connsiteY9" fmla="*/ 11556263 h 13716000"/>
              <a:gd name="connsiteX10" fmla="*/ 0 w 16644423"/>
              <a:gd name="connsiteY10" fmla="*/ 10998008 h 13716000"/>
              <a:gd name="connsiteX11" fmla="*/ 0 w 1664442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1099800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376252 w 16641493"/>
              <a:gd name="connsiteY9" fmla="*/ 9752460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387751 w 16641493"/>
              <a:gd name="connsiteY8" fmla="*/ 11144303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41493" h="13716000">
                <a:moveTo>
                  <a:pt x="0" y="0"/>
                </a:moveTo>
                <a:lnTo>
                  <a:pt x="14779392" y="0"/>
                </a:lnTo>
                <a:cubicBezTo>
                  <a:pt x="15216842" y="4988"/>
                  <a:pt x="15191892" y="115943"/>
                  <a:pt x="15357003" y="504315"/>
                </a:cubicBezTo>
                <a:lnTo>
                  <a:pt x="16517191" y="4373183"/>
                </a:lnTo>
                <a:cubicBezTo>
                  <a:pt x="16658661" y="4909485"/>
                  <a:pt x="16637274" y="5104785"/>
                  <a:pt x="16640812" y="5679660"/>
                </a:cubicBezTo>
                <a:cubicBezTo>
                  <a:pt x="16644350" y="6254535"/>
                  <a:pt x="16632936" y="9901169"/>
                  <a:pt x="16632936" y="13716000"/>
                </a:cubicBezTo>
                <a:lnTo>
                  <a:pt x="16632936" y="13716000"/>
                </a:lnTo>
                <a:lnTo>
                  <a:pt x="1645238" y="13716000"/>
                </a:lnTo>
                <a:cubicBezTo>
                  <a:pt x="1516674" y="13714829"/>
                  <a:pt x="1437936" y="13670790"/>
                  <a:pt x="1238119" y="13108838"/>
                </a:cubicBezTo>
                <a:lnTo>
                  <a:pt x="147863" y="9538148"/>
                </a:lnTo>
                <a:cubicBezTo>
                  <a:pt x="45697" y="9171090"/>
                  <a:pt x="2338" y="8948700"/>
                  <a:pt x="0" y="8229810"/>
                </a:cubicBez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>
              <a:defRPr lang="en-US" b="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 algn="ctr"/>
            <a:r>
              <a:rPr lang="en-US" noProof="0"/>
              <a:t>Click icon to add picture</a:t>
            </a:r>
            <a:endParaRPr lang="en-AU" noProof="0" dirty="0"/>
          </a:p>
        </p:txBody>
      </p:sp>
      <p:sp>
        <p:nvSpPr>
          <p:cNvPr id="4" name="Picture Placeholder 25">
            <a:extLst>
              <a:ext uri="{FF2B5EF4-FFF2-40B4-BE49-F238E27FC236}">
                <a16:creationId xmlns:a16="http://schemas.microsoft.com/office/drawing/2014/main" id="{B4181A26-B271-888B-E6B6-F992ABA1F14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22420" y="4326255"/>
            <a:ext cx="5031740" cy="1645920"/>
          </a:xfrm>
          <a:custGeom>
            <a:avLst/>
            <a:gdLst>
              <a:gd name="connsiteX0" fmla="*/ 0 w 16632936"/>
              <a:gd name="connsiteY0" fmla="*/ 0 h 13716000"/>
              <a:gd name="connsiteX1" fmla="*/ 143614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203695 w 16632936"/>
              <a:gd name="connsiteY2" fmla="*/ 282122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321295 w 16632936"/>
              <a:gd name="connsiteY3" fmla="*/ 1777093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062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246909 w 16632936"/>
              <a:gd name="connsiteY3" fmla="*/ 179251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4004"/>
              <a:gd name="connsiteY0" fmla="*/ 0 h 13716000"/>
              <a:gd name="connsiteX1" fmla="*/ 14971029 w 16634004"/>
              <a:gd name="connsiteY1" fmla="*/ 0 h 13716000"/>
              <a:gd name="connsiteX2" fmla="*/ 15357002 w 16634004"/>
              <a:gd name="connsiteY2" fmla="*/ 272143 h 13716000"/>
              <a:gd name="connsiteX3" fmla="*/ 16367559 w 16634004"/>
              <a:gd name="connsiteY3" fmla="*/ 1697264 h 13716000"/>
              <a:gd name="connsiteX4" fmla="*/ 16632936 w 16634004"/>
              <a:gd name="connsiteY4" fmla="*/ 2271507 h 13716000"/>
              <a:gd name="connsiteX5" fmla="*/ 16632936 w 16634004"/>
              <a:gd name="connsiteY5" fmla="*/ 13716000 h 13716000"/>
              <a:gd name="connsiteX6" fmla="*/ 16632936 w 16634004"/>
              <a:gd name="connsiteY6" fmla="*/ 13716000 h 13716000"/>
              <a:gd name="connsiteX7" fmla="*/ 2271507 w 16634004"/>
              <a:gd name="connsiteY7" fmla="*/ 13716000 h 13716000"/>
              <a:gd name="connsiteX8" fmla="*/ 0 w 16634004"/>
              <a:gd name="connsiteY8" fmla="*/ 11444493 h 13716000"/>
              <a:gd name="connsiteX9" fmla="*/ 0 w 16634004"/>
              <a:gd name="connsiteY9" fmla="*/ 0 h 13716000"/>
              <a:gd name="connsiteX0" fmla="*/ 0 w 16633466"/>
              <a:gd name="connsiteY0" fmla="*/ 0 h 13716000"/>
              <a:gd name="connsiteX1" fmla="*/ 14971029 w 16633466"/>
              <a:gd name="connsiteY1" fmla="*/ 0 h 13716000"/>
              <a:gd name="connsiteX2" fmla="*/ 15357002 w 16633466"/>
              <a:gd name="connsiteY2" fmla="*/ 272143 h 13716000"/>
              <a:gd name="connsiteX3" fmla="*/ 16367559 w 16633466"/>
              <a:gd name="connsiteY3" fmla="*/ 1697264 h 13716000"/>
              <a:gd name="connsiteX4" fmla="*/ 16632936 w 16633466"/>
              <a:gd name="connsiteY4" fmla="*/ 2271507 h 13716000"/>
              <a:gd name="connsiteX5" fmla="*/ 16632936 w 16633466"/>
              <a:gd name="connsiteY5" fmla="*/ 13716000 h 13716000"/>
              <a:gd name="connsiteX6" fmla="*/ 16632936 w 16633466"/>
              <a:gd name="connsiteY6" fmla="*/ 13716000 h 13716000"/>
              <a:gd name="connsiteX7" fmla="*/ 2271507 w 16633466"/>
              <a:gd name="connsiteY7" fmla="*/ 13716000 h 13716000"/>
              <a:gd name="connsiteX8" fmla="*/ 0 w 16633466"/>
              <a:gd name="connsiteY8" fmla="*/ 11444493 h 13716000"/>
              <a:gd name="connsiteX9" fmla="*/ 0 w 16633466"/>
              <a:gd name="connsiteY9" fmla="*/ 0 h 13716000"/>
              <a:gd name="connsiteX0" fmla="*/ 0 w 16633185"/>
              <a:gd name="connsiteY0" fmla="*/ 0 h 13716000"/>
              <a:gd name="connsiteX1" fmla="*/ 14971029 w 16633185"/>
              <a:gd name="connsiteY1" fmla="*/ 0 h 13716000"/>
              <a:gd name="connsiteX2" fmla="*/ 15357002 w 16633185"/>
              <a:gd name="connsiteY2" fmla="*/ 272143 h 13716000"/>
              <a:gd name="connsiteX3" fmla="*/ 16367559 w 16633185"/>
              <a:gd name="connsiteY3" fmla="*/ 1697264 h 13716000"/>
              <a:gd name="connsiteX4" fmla="*/ 16632936 w 16633185"/>
              <a:gd name="connsiteY4" fmla="*/ 2271507 h 13716000"/>
              <a:gd name="connsiteX5" fmla="*/ 16632936 w 16633185"/>
              <a:gd name="connsiteY5" fmla="*/ 13716000 h 13716000"/>
              <a:gd name="connsiteX6" fmla="*/ 16632936 w 16633185"/>
              <a:gd name="connsiteY6" fmla="*/ 13716000 h 13716000"/>
              <a:gd name="connsiteX7" fmla="*/ 2271507 w 16633185"/>
              <a:gd name="connsiteY7" fmla="*/ 13716000 h 13716000"/>
              <a:gd name="connsiteX8" fmla="*/ 0 w 16633185"/>
              <a:gd name="connsiteY8" fmla="*/ 11444493 h 13716000"/>
              <a:gd name="connsiteX9" fmla="*/ 0 w 16633185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3015"/>
              <a:gd name="connsiteY0" fmla="*/ 0 h 13716000"/>
              <a:gd name="connsiteX1" fmla="*/ 14971029 w 16633015"/>
              <a:gd name="connsiteY1" fmla="*/ 0 h 13716000"/>
              <a:gd name="connsiteX2" fmla="*/ 15357002 w 16633015"/>
              <a:gd name="connsiteY2" fmla="*/ 272143 h 13716000"/>
              <a:gd name="connsiteX3" fmla="*/ 16367559 w 16633015"/>
              <a:gd name="connsiteY3" fmla="*/ 1697264 h 13716000"/>
              <a:gd name="connsiteX4" fmla="*/ 16632936 w 16633015"/>
              <a:gd name="connsiteY4" fmla="*/ 2271507 h 13716000"/>
              <a:gd name="connsiteX5" fmla="*/ 16632936 w 16633015"/>
              <a:gd name="connsiteY5" fmla="*/ 13716000 h 13716000"/>
              <a:gd name="connsiteX6" fmla="*/ 16632936 w 16633015"/>
              <a:gd name="connsiteY6" fmla="*/ 13716000 h 13716000"/>
              <a:gd name="connsiteX7" fmla="*/ 2271507 w 16633015"/>
              <a:gd name="connsiteY7" fmla="*/ 13716000 h 13716000"/>
              <a:gd name="connsiteX8" fmla="*/ 0 w 16633015"/>
              <a:gd name="connsiteY8" fmla="*/ 11444493 h 13716000"/>
              <a:gd name="connsiteX9" fmla="*/ 0 w 16633015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173699 w 16633092"/>
              <a:gd name="connsiteY8" fmla="*/ 11626510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380993 w 16633092"/>
              <a:gd name="connsiteY8" fmla="*/ 1339339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367559 w 16632937"/>
              <a:gd name="connsiteY3" fmla="*/ 1697264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40703"/>
              <a:gd name="connsiteY0" fmla="*/ 0 h 13716000"/>
              <a:gd name="connsiteX1" fmla="*/ 14971029 w 16640703"/>
              <a:gd name="connsiteY1" fmla="*/ 0 h 13716000"/>
              <a:gd name="connsiteX2" fmla="*/ 15357002 w 16640703"/>
              <a:gd name="connsiteY2" fmla="*/ 272143 h 13716000"/>
              <a:gd name="connsiteX3" fmla="*/ 16454190 w 16640703"/>
              <a:gd name="connsiteY3" fmla="*/ 2081238 h 13716000"/>
              <a:gd name="connsiteX4" fmla="*/ 16625062 w 16640703"/>
              <a:gd name="connsiteY4" fmla="*/ 3485943 h 13716000"/>
              <a:gd name="connsiteX5" fmla="*/ 16632936 w 16640703"/>
              <a:gd name="connsiteY5" fmla="*/ 13716000 h 13716000"/>
              <a:gd name="connsiteX6" fmla="*/ 16632936 w 16640703"/>
              <a:gd name="connsiteY6" fmla="*/ 13716000 h 13716000"/>
              <a:gd name="connsiteX7" fmla="*/ 1645238 w 16640703"/>
              <a:gd name="connsiteY7" fmla="*/ 13716000 h 13716000"/>
              <a:gd name="connsiteX8" fmla="*/ 1238118 w 16640703"/>
              <a:gd name="connsiteY8" fmla="*/ 13412448 h 13716000"/>
              <a:gd name="connsiteX9" fmla="*/ 92737 w 16640703"/>
              <a:gd name="connsiteY9" fmla="*/ 11788435 h 13716000"/>
              <a:gd name="connsiteX10" fmla="*/ 0 w 16640703"/>
              <a:gd name="connsiteY10" fmla="*/ 11444493 h 13716000"/>
              <a:gd name="connsiteX11" fmla="*/ 0 w 16640703"/>
              <a:gd name="connsiteY11" fmla="*/ 0 h 13716000"/>
              <a:gd name="connsiteX0" fmla="*/ 0 w 16644119"/>
              <a:gd name="connsiteY0" fmla="*/ 0 h 13716000"/>
              <a:gd name="connsiteX1" fmla="*/ 14971029 w 16644119"/>
              <a:gd name="connsiteY1" fmla="*/ 0 h 13716000"/>
              <a:gd name="connsiteX2" fmla="*/ 15357002 w 16644119"/>
              <a:gd name="connsiteY2" fmla="*/ 272143 h 13716000"/>
              <a:gd name="connsiteX3" fmla="*/ 16454190 w 16644119"/>
              <a:gd name="connsiteY3" fmla="*/ 2081238 h 13716000"/>
              <a:gd name="connsiteX4" fmla="*/ 16625062 w 16644119"/>
              <a:gd name="connsiteY4" fmla="*/ 3485943 h 13716000"/>
              <a:gd name="connsiteX5" fmla="*/ 16632936 w 16644119"/>
              <a:gd name="connsiteY5" fmla="*/ 13716000 h 13716000"/>
              <a:gd name="connsiteX6" fmla="*/ 16632936 w 16644119"/>
              <a:gd name="connsiteY6" fmla="*/ 13716000 h 13716000"/>
              <a:gd name="connsiteX7" fmla="*/ 1645238 w 16644119"/>
              <a:gd name="connsiteY7" fmla="*/ 13716000 h 13716000"/>
              <a:gd name="connsiteX8" fmla="*/ 1238118 w 16644119"/>
              <a:gd name="connsiteY8" fmla="*/ 13412448 h 13716000"/>
              <a:gd name="connsiteX9" fmla="*/ 92737 w 16644119"/>
              <a:gd name="connsiteY9" fmla="*/ 11788435 h 13716000"/>
              <a:gd name="connsiteX10" fmla="*/ 0 w 16644119"/>
              <a:gd name="connsiteY10" fmla="*/ 11444493 h 13716000"/>
              <a:gd name="connsiteX11" fmla="*/ 0 w 16644119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78724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45511"/>
              <a:gd name="connsiteY0" fmla="*/ 0 h 13716000"/>
              <a:gd name="connsiteX1" fmla="*/ 14971029 w 16645511"/>
              <a:gd name="connsiteY1" fmla="*/ 0 h 13716000"/>
              <a:gd name="connsiteX2" fmla="*/ 15357002 w 16645511"/>
              <a:gd name="connsiteY2" fmla="*/ 272143 h 13716000"/>
              <a:gd name="connsiteX3" fmla="*/ 16454190 w 16645511"/>
              <a:gd name="connsiteY3" fmla="*/ 2081238 h 13716000"/>
              <a:gd name="connsiteX4" fmla="*/ 16640815 w 16645511"/>
              <a:gd name="connsiteY4" fmla="*/ 2860867 h 13716000"/>
              <a:gd name="connsiteX5" fmla="*/ 16632936 w 16645511"/>
              <a:gd name="connsiteY5" fmla="*/ 13716000 h 13716000"/>
              <a:gd name="connsiteX6" fmla="*/ 16632936 w 16645511"/>
              <a:gd name="connsiteY6" fmla="*/ 13716000 h 13716000"/>
              <a:gd name="connsiteX7" fmla="*/ 1645238 w 16645511"/>
              <a:gd name="connsiteY7" fmla="*/ 13716000 h 13716000"/>
              <a:gd name="connsiteX8" fmla="*/ 1238118 w 16645511"/>
              <a:gd name="connsiteY8" fmla="*/ 13412448 h 13716000"/>
              <a:gd name="connsiteX9" fmla="*/ 92737 w 16645511"/>
              <a:gd name="connsiteY9" fmla="*/ 11788435 h 13716000"/>
              <a:gd name="connsiteX10" fmla="*/ 0 w 16645511"/>
              <a:gd name="connsiteY10" fmla="*/ 11444493 h 13716000"/>
              <a:gd name="connsiteX11" fmla="*/ 0 w 16645511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5193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373046 w 16632937"/>
              <a:gd name="connsiteY4" fmla="*/ 2905518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87243 w 16634283"/>
              <a:gd name="connsiteY9" fmla="*/ 11591982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5286765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42975"/>
              <a:gd name="connsiteY0" fmla="*/ 0 h 13716000"/>
              <a:gd name="connsiteX1" fmla="*/ 14971029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41250 w 16642975"/>
              <a:gd name="connsiteY2" fmla="*/ 1093680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6990"/>
              <a:gd name="connsiteY0" fmla="*/ 0 h 13716000"/>
              <a:gd name="connsiteX1" fmla="*/ 14779392 w 16646990"/>
              <a:gd name="connsiteY1" fmla="*/ 0 h 13716000"/>
              <a:gd name="connsiteX2" fmla="*/ 15357003 w 16646990"/>
              <a:gd name="connsiteY2" fmla="*/ 504315 h 13716000"/>
              <a:gd name="connsiteX3" fmla="*/ 16367559 w 16646990"/>
              <a:gd name="connsiteY3" fmla="*/ 3890985 h 13716000"/>
              <a:gd name="connsiteX4" fmla="*/ 16625062 w 16646990"/>
              <a:gd name="connsiteY4" fmla="*/ 5286765 h 13716000"/>
              <a:gd name="connsiteX5" fmla="*/ 16632936 w 16646990"/>
              <a:gd name="connsiteY5" fmla="*/ 13716000 h 13716000"/>
              <a:gd name="connsiteX6" fmla="*/ 16632936 w 16646990"/>
              <a:gd name="connsiteY6" fmla="*/ 13716000 h 13716000"/>
              <a:gd name="connsiteX7" fmla="*/ 1645238 w 16646990"/>
              <a:gd name="connsiteY7" fmla="*/ 13716000 h 13716000"/>
              <a:gd name="connsiteX8" fmla="*/ 1238118 w 16646990"/>
              <a:gd name="connsiteY8" fmla="*/ 13412448 h 13716000"/>
              <a:gd name="connsiteX9" fmla="*/ 100611 w 16646990"/>
              <a:gd name="connsiteY9" fmla="*/ 11556263 h 13716000"/>
              <a:gd name="connsiteX10" fmla="*/ 0 w 16646990"/>
              <a:gd name="connsiteY10" fmla="*/ 10998008 h 13716000"/>
              <a:gd name="connsiteX11" fmla="*/ 0 w 16646990"/>
              <a:gd name="connsiteY11" fmla="*/ 0 h 13716000"/>
              <a:gd name="connsiteX0" fmla="*/ 0 w 16661469"/>
              <a:gd name="connsiteY0" fmla="*/ 0 h 13716000"/>
              <a:gd name="connsiteX1" fmla="*/ 14779392 w 16661469"/>
              <a:gd name="connsiteY1" fmla="*/ 0 h 13716000"/>
              <a:gd name="connsiteX2" fmla="*/ 15357003 w 16661469"/>
              <a:gd name="connsiteY2" fmla="*/ 504315 h 13716000"/>
              <a:gd name="connsiteX3" fmla="*/ 16170672 w 16661469"/>
              <a:gd name="connsiteY3" fmla="*/ 4212450 h 13716000"/>
              <a:gd name="connsiteX4" fmla="*/ 16625062 w 16661469"/>
              <a:gd name="connsiteY4" fmla="*/ 5286765 h 13716000"/>
              <a:gd name="connsiteX5" fmla="*/ 16632936 w 16661469"/>
              <a:gd name="connsiteY5" fmla="*/ 13716000 h 13716000"/>
              <a:gd name="connsiteX6" fmla="*/ 16632936 w 16661469"/>
              <a:gd name="connsiteY6" fmla="*/ 13716000 h 13716000"/>
              <a:gd name="connsiteX7" fmla="*/ 1645238 w 16661469"/>
              <a:gd name="connsiteY7" fmla="*/ 13716000 h 13716000"/>
              <a:gd name="connsiteX8" fmla="*/ 1238118 w 16661469"/>
              <a:gd name="connsiteY8" fmla="*/ 13412448 h 13716000"/>
              <a:gd name="connsiteX9" fmla="*/ 100611 w 16661469"/>
              <a:gd name="connsiteY9" fmla="*/ 11556263 h 13716000"/>
              <a:gd name="connsiteX10" fmla="*/ 0 w 16661469"/>
              <a:gd name="connsiteY10" fmla="*/ 10998008 h 13716000"/>
              <a:gd name="connsiteX11" fmla="*/ 0 w 16661469"/>
              <a:gd name="connsiteY11" fmla="*/ 0 h 13716000"/>
              <a:gd name="connsiteX0" fmla="*/ 0 w 16641837"/>
              <a:gd name="connsiteY0" fmla="*/ 0 h 13716000"/>
              <a:gd name="connsiteX1" fmla="*/ 14779392 w 16641837"/>
              <a:gd name="connsiteY1" fmla="*/ 0 h 13716000"/>
              <a:gd name="connsiteX2" fmla="*/ 15357003 w 16641837"/>
              <a:gd name="connsiteY2" fmla="*/ 504315 h 13716000"/>
              <a:gd name="connsiteX3" fmla="*/ 16438438 w 16641837"/>
              <a:gd name="connsiteY3" fmla="*/ 4069575 h 13716000"/>
              <a:gd name="connsiteX4" fmla="*/ 16625062 w 16641837"/>
              <a:gd name="connsiteY4" fmla="*/ 5286765 h 13716000"/>
              <a:gd name="connsiteX5" fmla="*/ 16632936 w 16641837"/>
              <a:gd name="connsiteY5" fmla="*/ 13716000 h 13716000"/>
              <a:gd name="connsiteX6" fmla="*/ 16632936 w 16641837"/>
              <a:gd name="connsiteY6" fmla="*/ 13716000 h 13716000"/>
              <a:gd name="connsiteX7" fmla="*/ 1645238 w 16641837"/>
              <a:gd name="connsiteY7" fmla="*/ 13716000 h 13716000"/>
              <a:gd name="connsiteX8" fmla="*/ 1238118 w 16641837"/>
              <a:gd name="connsiteY8" fmla="*/ 13412448 h 13716000"/>
              <a:gd name="connsiteX9" fmla="*/ 100611 w 16641837"/>
              <a:gd name="connsiteY9" fmla="*/ 11556263 h 13716000"/>
              <a:gd name="connsiteX10" fmla="*/ 0 w 16641837"/>
              <a:gd name="connsiteY10" fmla="*/ 10998008 h 13716000"/>
              <a:gd name="connsiteX11" fmla="*/ 0 w 16641837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438438 w 16632937"/>
              <a:gd name="connsiteY3" fmla="*/ 4069575 h 13716000"/>
              <a:gd name="connsiteX4" fmla="*/ 16475427 w 16632937"/>
              <a:gd name="connsiteY4" fmla="*/ 621545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7344"/>
              <a:gd name="connsiteY0" fmla="*/ 0 h 13716000"/>
              <a:gd name="connsiteX1" fmla="*/ 14779392 w 16647344"/>
              <a:gd name="connsiteY1" fmla="*/ 0 h 13716000"/>
              <a:gd name="connsiteX2" fmla="*/ 15357003 w 16647344"/>
              <a:gd name="connsiteY2" fmla="*/ 504315 h 13716000"/>
              <a:gd name="connsiteX3" fmla="*/ 16438438 w 16647344"/>
              <a:gd name="connsiteY3" fmla="*/ 4069575 h 13716000"/>
              <a:gd name="connsiteX4" fmla="*/ 16632937 w 16647344"/>
              <a:gd name="connsiteY4" fmla="*/ 5590373 h 13716000"/>
              <a:gd name="connsiteX5" fmla="*/ 16632936 w 16647344"/>
              <a:gd name="connsiteY5" fmla="*/ 13716000 h 13716000"/>
              <a:gd name="connsiteX6" fmla="*/ 16632936 w 16647344"/>
              <a:gd name="connsiteY6" fmla="*/ 13716000 h 13716000"/>
              <a:gd name="connsiteX7" fmla="*/ 1645238 w 16647344"/>
              <a:gd name="connsiteY7" fmla="*/ 13716000 h 13716000"/>
              <a:gd name="connsiteX8" fmla="*/ 1238118 w 16647344"/>
              <a:gd name="connsiteY8" fmla="*/ 13412448 h 13716000"/>
              <a:gd name="connsiteX9" fmla="*/ 100611 w 16647344"/>
              <a:gd name="connsiteY9" fmla="*/ 11556263 h 13716000"/>
              <a:gd name="connsiteX10" fmla="*/ 0 w 16647344"/>
              <a:gd name="connsiteY10" fmla="*/ 10998008 h 13716000"/>
              <a:gd name="connsiteX11" fmla="*/ 0 w 16647344"/>
              <a:gd name="connsiteY11" fmla="*/ 0 h 13716000"/>
              <a:gd name="connsiteX0" fmla="*/ 0 w 16650843"/>
              <a:gd name="connsiteY0" fmla="*/ 0 h 13716000"/>
              <a:gd name="connsiteX1" fmla="*/ 14779392 w 16650843"/>
              <a:gd name="connsiteY1" fmla="*/ 0 h 13716000"/>
              <a:gd name="connsiteX2" fmla="*/ 15357003 w 16650843"/>
              <a:gd name="connsiteY2" fmla="*/ 504315 h 13716000"/>
              <a:gd name="connsiteX3" fmla="*/ 16438438 w 16650843"/>
              <a:gd name="connsiteY3" fmla="*/ 4069575 h 13716000"/>
              <a:gd name="connsiteX4" fmla="*/ 16632937 w 16650843"/>
              <a:gd name="connsiteY4" fmla="*/ 5590373 h 13716000"/>
              <a:gd name="connsiteX5" fmla="*/ 16632936 w 16650843"/>
              <a:gd name="connsiteY5" fmla="*/ 13716000 h 13716000"/>
              <a:gd name="connsiteX6" fmla="*/ 16632936 w 16650843"/>
              <a:gd name="connsiteY6" fmla="*/ 13716000 h 13716000"/>
              <a:gd name="connsiteX7" fmla="*/ 1645238 w 16650843"/>
              <a:gd name="connsiteY7" fmla="*/ 13716000 h 13716000"/>
              <a:gd name="connsiteX8" fmla="*/ 1238118 w 16650843"/>
              <a:gd name="connsiteY8" fmla="*/ 13412448 h 13716000"/>
              <a:gd name="connsiteX9" fmla="*/ 100611 w 16650843"/>
              <a:gd name="connsiteY9" fmla="*/ 11556263 h 13716000"/>
              <a:gd name="connsiteX10" fmla="*/ 0 w 16650843"/>
              <a:gd name="connsiteY10" fmla="*/ 10998008 h 13716000"/>
              <a:gd name="connsiteX11" fmla="*/ 0 w 16650843"/>
              <a:gd name="connsiteY11" fmla="*/ 0 h 13716000"/>
              <a:gd name="connsiteX0" fmla="*/ 0 w 16652010"/>
              <a:gd name="connsiteY0" fmla="*/ 0 h 13716000"/>
              <a:gd name="connsiteX1" fmla="*/ 14779392 w 16652010"/>
              <a:gd name="connsiteY1" fmla="*/ 0 h 13716000"/>
              <a:gd name="connsiteX2" fmla="*/ 15357003 w 16652010"/>
              <a:gd name="connsiteY2" fmla="*/ 504315 h 13716000"/>
              <a:gd name="connsiteX3" fmla="*/ 16375434 w 16652010"/>
              <a:gd name="connsiteY3" fmla="*/ 4587495 h 13716000"/>
              <a:gd name="connsiteX4" fmla="*/ 16632937 w 16652010"/>
              <a:gd name="connsiteY4" fmla="*/ 5590373 h 13716000"/>
              <a:gd name="connsiteX5" fmla="*/ 16632936 w 16652010"/>
              <a:gd name="connsiteY5" fmla="*/ 13716000 h 13716000"/>
              <a:gd name="connsiteX6" fmla="*/ 16632936 w 16652010"/>
              <a:gd name="connsiteY6" fmla="*/ 13716000 h 13716000"/>
              <a:gd name="connsiteX7" fmla="*/ 1645238 w 16652010"/>
              <a:gd name="connsiteY7" fmla="*/ 13716000 h 13716000"/>
              <a:gd name="connsiteX8" fmla="*/ 1238118 w 16652010"/>
              <a:gd name="connsiteY8" fmla="*/ 13412448 h 13716000"/>
              <a:gd name="connsiteX9" fmla="*/ 100611 w 16652010"/>
              <a:gd name="connsiteY9" fmla="*/ 11556263 h 13716000"/>
              <a:gd name="connsiteX10" fmla="*/ 0 w 16652010"/>
              <a:gd name="connsiteY10" fmla="*/ 10998008 h 13716000"/>
              <a:gd name="connsiteX11" fmla="*/ 0 w 16652010"/>
              <a:gd name="connsiteY11" fmla="*/ 0 h 13716000"/>
              <a:gd name="connsiteX0" fmla="*/ 0 w 16647459"/>
              <a:gd name="connsiteY0" fmla="*/ 0 h 13716000"/>
              <a:gd name="connsiteX1" fmla="*/ 14779392 w 16647459"/>
              <a:gd name="connsiteY1" fmla="*/ 0 h 13716000"/>
              <a:gd name="connsiteX2" fmla="*/ 15357003 w 16647459"/>
              <a:gd name="connsiteY2" fmla="*/ 504315 h 13716000"/>
              <a:gd name="connsiteX3" fmla="*/ 16517191 w 16647459"/>
              <a:gd name="connsiteY3" fmla="*/ 4373183 h 13716000"/>
              <a:gd name="connsiteX4" fmla="*/ 16632937 w 16647459"/>
              <a:gd name="connsiteY4" fmla="*/ 5590373 h 13716000"/>
              <a:gd name="connsiteX5" fmla="*/ 16632936 w 16647459"/>
              <a:gd name="connsiteY5" fmla="*/ 13716000 h 13716000"/>
              <a:gd name="connsiteX6" fmla="*/ 16632936 w 16647459"/>
              <a:gd name="connsiteY6" fmla="*/ 13716000 h 13716000"/>
              <a:gd name="connsiteX7" fmla="*/ 1645238 w 16647459"/>
              <a:gd name="connsiteY7" fmla="*/ 13716000 h 13716000"/>
              <a:gd name="connsiteX8" fmla="*/ 1238118 w 16647459"/>
              <a:gd name="connsiteY8" fmla="*/ 13412448 h 13716000"/>
              <a:gd name="connsiteX9" fmla="*/ 100611 w 16647459"/>
              <a:gd name="connsiteY9" fmla="*/ 11556263 h 13716000"/>
              <a:gd name="connsiteX10" fmla="*/ 0 w 16647459"/>
              <a:gd name="connsiteY10" fmla="*/ 10998008 h 13716000"/>
              <a:gd name="connsiteX11" fmla="*/ 0 w 1664745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38010"/>
              <a:gd name="connsiteY0" fmla="*/ 0 h 13716000"/>
              <a:gd name="connsiteX1" fmla="*/ 14779392 w 16638010"/>
              <a:gd name="connsiteY1" fmla="*/ 0 h 13716000"/>
              <a:gd name="connsiteX2" fmla="*/ 15357003 w 16638010"/>
              <a:gd name="connsiteY2" fmla="*/ 504315 h 13716000"/>
              <a:gd name="connsiteX3" fmla="*/ 16517191 w 16638010"/>
              <a:gd name="connsiteY3" fmla="*/ 4373183 h 13716000"/>
              <a:gd name="connsiteX4" fmla="*/ 16632937 w 16638010"/>
              <a:gd name="connsiteY4" fmla="*/ 5590373 h 13716000"/>
              <a:gd name="connsiteX5" fmla="*/ 16632936 w 16638010"/>
              <a:gd name="connsiteY5" fmla="*/ 13716000 h 13716000"/>
              <a:gd name="connsiteX6" fmla="*/ 16632936 w 16638010"/>
              <a:gd name="connsiteY6" fmla="*/ 13716000 h 13716000"/>
              <a:gd name="connsiteX7" fmla="*/ 1645238 w 16638010"/>
              <a:gd name="connsiteY7" fmla="*/ 13716000 h 13716000"/>
              <a:gd name="connsiteX8" fmla="*/ 1238118 w 16638010"/>
              <a:gd name="connsiteY8" fmla="*/ 13412448 h 13716000"/>
              <a:gd name="connsiteX9" fmla="*/ 100611 w 16638010"/>
              <a:gd name="connsiteY9" fmla="*/ 11556263 h 13716000"/>
              <a:gd name="connsiteX10" fmla="*/ 0 w 16638010"/>
              <a:gd name="connsiteY10" fmla="*/ 10998008 h 13716000"/>
              <a:gd name="connsiteX11" fmla="*/ 0 w 16638010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517191 w 16632937"/>
              <a:gd name="connsiteY3" fmla="*/ 4373183 h 13716000"/>
              <a:gd name="connsiteX4" fmla="*/ 16373045 w 16632937"/>
              <a:gd name="connsiteY4" fmla="*/ 576896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4423"/>
              <a:gd name="connsiteY0" fmla="*/ 0 h 13716000"/>
              <a:gd name="connsiteX1" fmla="*/ 14779392 w 16644423"/>
              <a:gd name="connsiteY1" fmla="*/ 0 h 13716000"/>
              <a:gd name="connsiteX2" fmla="*/ 15357003 w 16644423"/>
              <a:gd name="connsiteY2" fmla="*/ 504315 h 13716000"/>
              <a:gd name="connsiteX3" fmla="*/ 16517191 w 16644423"/>
              <a:gd name="connsiteY3" fmla="*/ 4373183 h 13716000"/>
              <a:gd name="connsiteX4" fmla="*/ 16640812 w 16644423"/>
              <a:gd name="connsiteY4" fmla="*/ 5679660 h 13716000"/>
              <a:gd name="connsiteX5" fmla="*/ 16632936 w 16644423"/>
              <a:gd name="connsiteY5" fmla="*/ 13716000 h 13716000"/>
              <a:gd name="connsiteX6" fmla="*/ 16632936 w 16644423"/>
              <a:gd name="connsiteY6" fmla="*/ 13716000 h 13716000"/>
              <a:gd name="connsiteX7" fmla="*/ 1645238 w 16644423"/>
              <a:gd name="connsiteY7" fmla="*/ 13716000 h 13716000"/>
              <a:gd name="connsiteX8" fmla="*/ 1238118 w 16644423"/>
              <a:gd name="connsiteY8" fmla="*/ 13412448 h 13716000"/>
              <a:gd name="connsiteX9" fmla="*/ 100611 w 16644423"/>
              <a:gd name="connsiteY9" fmla="*/ 11556263 h 13716000"/>
              <a:gd name="connsiteX10" fmla="*/ 0 w 16644423"/>
              <a:gd name="connsiteY10" fmla="*/ 10998008 h 13716000"/>
              <a:gd name="connsiteX11" fmla="*/ 0 w 1664442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1099800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376252 w 16641493"/>
              <a:gd name="connsiteY9" fmla="*/ 9752460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387751 w 16641493"/>
              <a:gd name="connsiteY8" fmla="*/ 11144303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41493" h="13716000">
                <a:moveTo>
                  <a:pt x="0" y="0"/>
                </a:moveTo>
                <a:lnTo>
                  <a:pt x="14779392" y="0"/>
                </a:lnTo>
                <a:cubicBezTo>
                  <a:pt x="15216842" y="4988"/>
                  <a:pt x="15191892" y="115943"/>
                  <a:pt x="15357003" y="504315"/>
                </a:cubicBezTo>
                <a:lnTo>
                  <a:pt x="16517191" y="4373183"/>
                </a:lnTo>
                <a:cubicBezTo>
                  <a:pt x="16658661" y="4909485"/>
                  <a:pt x="16637274" y="5104785"/>
                  <a:pt x="16640812" y="5679660"/>
                </a:cubicBezTo>
                <a:cubicBezTo>
                  <a:pt x="16644350" y="6254535"/>
                  <a:pt x="16632936" y="9901169"/>
                  <a:pt x="16632936" y="13716000"/>
                </a:cubicBezTo>
                <a:lnTo>
                  <a:pt x="16632936" y="13716000"/>
                </a:lnTo>
                <a:lnTo>
                  <a:pt x="1645238" y="13716000"/>
                </a:lnTo>
                <a:cubicBezTo>
                  <a:pt x="1516674" y="13714829"/>
                  <a:pt x="1437936" y="13670790"/>
                  <a:pt x="1238119" y="13108838"/>
                </a:cubicBezTo>
                <a:lnTo>
                  <a:pt x="147863" y="9538148"/>
                </a:lnTo>
                <a:cubicBezTo>
                  <a:pt x="45697" y="9171090"/>
                  <a:pt x="2338" y="8948700"/>
                  <a:pt x="0" y="8229810"/>
                </a:cubicBez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>
              <a:defRPr lang="en-US" b="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 algn="ctr"/>
            <a:r>
              <a:rPr lang="en-US" noProof="0"/>
              <a:t>Click icon to add picture</a:t>
            </a:r>
            <a:endParaRPr lang="en-AU" noProof="0" dirty="0"/>
          </a:p>
        </p:txBody>
      </p:sp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19D4D66D-4D49-3D52-FA9A-8B0D403A8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22420" y="2044700"/>
            <a:ext cx="5031740" cy="1645920"/>
          </a:xfrm>
          <a:custGeom>
            <a:avLst/>
            <a:gdLst>
              <a:gd name="connsiteX0" fmla="*/ 0 w 16632936"/>
              <a:gd name="connsiteY0" fmla="*/ 0 h 13716000"/>
              <a:gd name="connsiteX1" fmla="*/ 143614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6632936 w 16632936"/>
              <a:gd name="connsiteY2" fmla="*/ 2271507 h 13716000"/>
              <a:gd name="connsiteX3" fmla="*/ 16632936 w 16632936"/>
              <a:gd name="connsiteY3" fmla="*/ 13716000 h 13716000"/>
              <a:gd name="connsiteX4" fmla="*/ 16632936 w 16632936"/>
              <a:gd name="connsiteY4" fmla="*/ 13716000 h 13716000"/>
              <a:gd name="connsiteX5" fmla="*/ 2271507 w 16632936"/>
              <a:gd name="connsiteY5" fmla="*/ 13716000 h 13716000"/>
              <a:gd name="connsiteX6" fmla="*/ 0 w 16632936"/>
              <a:gd name="connsiteY6" fmla="*/ 11444493 h 13716000"/>
              <a:gd name="connsiteX7" fmla="*/ 0 w 16632936"/>
              <a:gd name="connsiteY7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203695 w 16632936"/>
              <a:gd name="connsiteY2" fmla="*/ 282122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632936 w 16632936"/>
              <a:gd name="connsiteY3" fmla="*/ 2271507 h 13716000"/>
              <a:gd name="connsiteX4" fmla="*/ 16632936 w 16632936"/>
              <a:gd name="connsiteY4" fmla="*/ 13716000 h 13716000"/>
              <a:gd name="connsiteX5" fmla="*/ 16632936 w 16632936"/>
              <a:gd name="connsiteY5" fmla="*/ 13716000 h 13716000"/>
              <a:gd name="connsiteX6" fmla="*/ 2271507 w 16632936"/>
              <a:gd name="connsiteY6" fmla="*/ 13716000 h 13716000"/>
              <a:gd name="connsiteX7" fmla="*/ 0 w 16632936"/>
              <a:gd name="connsiteY7" fmla="*/ 11444493 h 13716000"/>
              <a:gd name="connsiteX8" fmla="*/ 0 w 16632936"/>
              <a:gd name="connsiteY8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321295 w 16632936"/>
              <a:gd name="connsiteY3" fmla="*/ 1777093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63352 w 16632936"/>
              <a:gd name="connsiteY2" fmla="*/ 25309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062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437409 w 16632936"/>
              <a:gd name="connsiteY3" fmla="*/ 17480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246909 w 16632936"/>
              <a:gd name="connsiteY3" fmla="*/ 179251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2936"/>
              <a:gd name="connsiteY0" fmla="*/ 0 h 13716000"/>
              <a:gd name="connsiteX1" fmla="*/ 14971029 w 16632936"/>
              <a:gd name="connsiteY1" fmla="*/ 0 h 13716000"/>
              <a:gd name="connsiteX2" fmla="*/ 15357002 w 16632936"/>
              <a:gd name="connsiteY2" fmla="*/ 272143 h 13716000"/>
              <a:gd name="connsiteX3" fmla="*/ 16367559 w 16632936"/>
              <a:gd name="connsiteY3" fmla="*/ 1697264 h 13716000"/>
              <a:gd name="connsiteX4" fmla="*/ 16632936 w 16632936"/>
              <a:gd name="connsiteY4" fmla="*/ 2271507 h 13716000"/>
              <a:gd name="connsiteX5" fmla="*/ 16632936 w 16632936"/>
              <a:gd name="connsiteY5" fmla="*/ 13716000 h 13716000"/>
              <a:gd name="connsiteX6" fmla="*/ 16632936 w 16632936"/>
              <a:gd name="connsiteY6" fmla="*/ 13716000 h 13716000"/>
              <a:gd name="connsiteX7" fmla="*/ 2271507 w 16632936"/>
              <a:gd name="connsiteY7" fmla="*/ 13716000 h 13716000"/>
              <a:gd name="connsiteX8" fmla="*/ 0 w 16632936"/>
              <a:gd name="connsiteY8" fmla="*/ 11444493 h 13716000"/>
              <a:gd name="connsiteX9" fmla="*/ 0 w 16632936"/>
              <a:gd name="connsiteY9" fmla="*/ 0 h 13716000"/>
              <a:gd name="connsiteX0" fmla="*/ 0 w 16634004"/>
              <a:gd name="connsiteY0" fmla="*/ 0 h 13716000"/>
              <a:gd name="connsiteX1" fmla="*/ 14971029 w 16634004"/>
              <a:gd name="connsiteY1" fmla="*/ 0 h 13716000"/>
              <a:gd name="connsiteX2" fmla="*/ 15357002 w 16634004"/>
              <a:gd name="connsiteY2" fmla="*/ 272143 h 13716000"/>
              <a:gd name="connsiteX3" fmla="*/ 16367559 w 16634004"/>
              <a:gd name="connsiteY3" fmla="*/ 1697264 h 13716000"/>
              <a:gd name="connsiteX4" fmla="*/ 16632936 w 16634004"/>
              <a:gd name="connsiteY4" fmla="*/ 2271507 h 13716000"/>
              <a:gd name="connsiteX5" fmla="*/ 16632936 w 16634004"/>
              <a:gd name="connsiteY5" fmla="*/ 13716000 h 13716000"/>
              <a:gd name="connsiteX6" fmla="*/ 16632936 w 16634004"/>
              <a:gd name="connsiteY6" fmla="*/ 13716000 h 13716000"/>
              <a:gd name="connsiteX7" fmla="*/ 2271507 w 16634004"/>
              <a:gd name="connsiteY7" fmla="*/ 13716000 h 13716000"/>
              <a:gd name="connsiteX8" fmla="*/ 0 w 16634004"/>
              <a:gd name="connsiteY8" fmla="*/ 11444493 h 13716000"/>
              <a:gd name="connsiteX9" fmla="*/ 0 w 16634004"/>
              <a:gd name="connsiteY9" fmla="*/ 0 h 13716000"/>
              <a:gd name="connsiteX0" fmla="*/ 0 w 16633466"/>
              <a:gd name="connsiteY0" fmla="*/ 0 h 13716000"/>
              <a:gd name="connsiteX1" fmla="*/ 14971029 w 16633466"/>
              <a:gd name="connsiteY1" fmla="*/ 0 h 13716000"/>
              <a:gd name="connsiteX2" fmla="*/ 15357002 w 16633466"/>
              <a:gd name="connsiteY2" fmla="*/ 272143 h 13716000"/>
              <a:gd name="connsiteX3" fmla="*/ 16367559 w 16633466"/>
              <a:gd name="connsiteY3" fmla="*/ 1697264 h 13716000"/>
              <a:gd name="connsiteX4" fmla="*/ 16632936 w 16633466"/>
              <a:gd name="connsiteY4" fmla="*/ 2271507 h 13716000"/>
              <a:gd name="connsiteX5" fmla="*/ 16632936 w 16633466"/>
              <a:gd name="connsiteY5" fmla="*/ 13716000 h 13716000"/>
              <a:gd name="connsiteX6" fmla="*/ 16632936 w 16633466"/>
              <a:gd name="connsiteY6" fmla="*/ 13716000 h 13716000"/>
              <a:gd name="connsiteX7" fmla="*/ 2271507 w 16633466"/>
              <a:gd name="connsiteY7" fmla="*/ 13716000 h 13716000"/>
              <a:gd name="connsiteX8" fmla="*/ 0 w 16633466"/>
              <a:gd name="connsiteY8" fmla="*/ 11444493 h 13716000"/>
              <a:gd name="connsiteX9" fmla="*/ 0 w 16633466"/>
              <a:gd name="connsiteY9" fmla="*/ 0 h 13716000"/>
              <a:gd name="connsiteX0" fmla="*/ 0 w 16633185"/>
              <a:gd name="connsiteY0" fmla="*/ 0 h 13716000"/>
              <a:gd name="connsiteX1" fmla="*/ 14971029 w 16633185"/>
              <a:gd name="connsiteY1" fmla="*/ 0 h 13716000"/>
              <a:gd name="connsiteX2" fmla="*/ 15357002 w 16633185"/>
              <a:gd name="connsiteY2" fmla="*/ 272143 h 13716000"/>
              <a:gd name="connsiteX3" fmla="*/ 16367559 w 16633185"/>
              <a:gd name="connsiteY3" fmla="*/ 1697264 h 13716000"/>
              <a:gd name="connsiteX4" fmla="*/ 16632936 w 16633185"/>
              <a:gd name="connsiteY4" fmla="*/ 2271507 h 13716000"/>
              <a:gd name="connsiteX5" fmla="*/ 16632936 w 16633185"/>
              <a:gd name="connsiteY5" fmla="*/ 13716000 h 13716000"/>
              <a:gd name="connsiteX6" fmla="*/ 16632936 w 16633185"/>
              <a:gd name="connsiteY6" fmla="*/ 13716000 h 13716000"/>
              <a:gd name="connsiteX7" fmla="*/ 2271507 w 16633185"/>
              <a:gd name="connsiteY7" fmla="*/ 13716000 h 13716000"/>
              <a:gd name="connsiteX8" fmla="*/ 0 w 16633185"/>
              <a:gd name="connsiteY8" fmla="*/ 11444493 h 13716000"/>
              <a:gd name="connsiteX9" fmla="*/ 0 w 16633185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6268"/>
              <a:gd name="connsiteY0" fmla="*/ 0 h 13716000"/>
              <a:gd name="connsiteX1" fmla="*/ 14971029 w 16636268"/>
              <a:gd name="connsiteY1" fmla="*/ 0 h 13716000"/>
              <a:gd name="connsiteX2" fmla="*/ 15357002 w 16636268"/>
              <a:gd name="connsiteY2" fmla="*/ 272143 h 13716000"/>
              <a:gd name="connsiteX3" fmla="*/ 16367559 w 16636268"/>
              <a:gd name="connsiteY3" fmla="*/ 1697264 h 13716000"/>
              <a:gd name="connsiteX4" fmla="*/ 16632936 w 16636268"/>
              <a:gd name="connsiteY4" fmla="*/ 2271507 h 13716000"/>
              <a:gd name="connsiteX5" fmla="*/ 16632936 w 16636268"/>
              <a:gd name="connsiteY5" fmla="*/ 13716000 h 13716000"/>
              <a:gd name="connsiteX6" fmla="*/ 16632936 w 16636268"/>
              <a:gd name="connsiteY6" fmla="*/ 13716000 h 13716000"/>
              <a:gd name="connsiteX7" fmla="*/ 2271507 w 16636268"/>
              <a:gd name="connsiteY7" fmla="*/ 13716000 h 13716000"/>
              <a:gd name="connsiteX8" fmla="*/ 0 w 16636268"/>
              <a:gd name="connsiteY8" fmla="*/ 11444493 h 13716000"/>
              <a:gd name="connsiteX9" fmla="*/ 0 w 16636268"/>
              <a:gd name="connsiteY9" fmla="*/ 0 h 13716000"/>
              <a:gd name="connsiteX0" fmla="*/ 0 w 16633015"/>
              <a:gd name="connsiteY0" fmla="*/ 0 h 13716000"/>
              <a:gd name="connsiteX1" fmla="*/ 14971029 w 16633015"/>
              <a:gd name="connsiteY1" fmla="*/ 0 h 13716000"/>
              <a:gd name="connsiteX2" fmla="*/ 15357002 w 16633015"/>
              <a:gd name="connsiteY2" fmla="*/ 272143 h 13716000"/>
              <a:gd name="connsiteX3" fmla="*/ 16367559 w 16633015"/>
              <a:gd name="connsiteY3" fmla="*/ 1697264 h 13716000"/>
              <a:gd name="connsiteX4" fmla="*/ 16632936 w 16633015"/>
              <a:gd name="connsiteY4" fmla="*/ 2271507 h 13716000"/>
              <a:gd name="connsiteX5" fmla="*/ 16632936 w 16633015"/>
              <a:gd name="connsiteY5" fmla="*/ 13716000 h 13716000"/>
              <a:gd name="connsiteX6" fmla="*/ 16632936 w 16633015"/>
              <a:gd name="connsiteY6" fmla="*/ 13716000 h 13716000"/>
              <a:gd name="connsiteX7" fmla="*/ 2271507 w 16633015"/>
              <a:gd name="connsiteY7" fmla="*/ 13716000 h 13716000"/>
              <a:gd name="connsiteX8" fmla="*/ 0 w 16633015"/>
              <a:gd name="connsiteY8" fmla="*/ 11444493 h 13716000"/>
              <a:gd name="connsiteX9" fmla="*/ 0 w 16633015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0 w 16633092"/>
              <a:gd name="connsiteY8" fmla="*/ 11444493 h 13716000"/>
              <a:gd name="connsiteX9" fmla="*/ 0 w 16633092"/>
              <a:gd name="connsiteY9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173699 w 16633092"/>
              <a:gd name="connsiteY8" fmla="*/ 11626510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2271507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92737 w 16633092"/>
              <a:gd name="connsiteY8" fmla="*/ 11788435 h 13716000"/>
              <a:gd name="connsiteX9" fmla="*/ 0 w 16633092"/>
              <a:gd name="connsiteY9" fmla="*/ 11444493 h 13716000"/>
              <a:gd name="connsiteX10" fmla="*/ 0 w 16633092"/>
              <a:gd name="connsiteY10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380993 w 16633092"/>
              <a:gd name="connsiteY8" fmla="*/ 1339339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3092"/>
              <a:gd name="connsiteY0" fmla="*/ 0 h 13716000"/>
              <a:gd name="connsiteX1" fmla="*/ 14971029 w 16633092"/>
              <a:gd name="connsiteY1" fmla="*/ 0 h 13716000"/>
              <a:gd name="connsiteX2" fmla="*/ 15357002 w 16633092"/>
              <a:gd name="connsiteY2" fmla="*/ 272143 h 13716000"/>
              <a:gd name="connsiteX3" fmla="*/ 16367559 w 16633092"/>
              <a:gd name="connsiteY3" fmla="*/ 1697264 h 13716000"/>
              <a:gd name="connsiteX4" fmla="*/ 16632936 w 16633092"/>
              <a:gd name="connsiteY4" fmla="*/ 2271507 h 13716000"/>
              <a:gd name="connsiteX5" fmla="*/ 16632936 w 16633092"/>
              <a:gd name="connsiteY5" fmla="*/ 13716000 h 13716000"/>
              <a:gd name="connsiteX6" fmla="*/ 16632936 w 16633092"/>
              <a:gd name="connsiteY6" fmla="*/ 13716000 h 13716000"/>
              <a:gd name="connsiteX7" fmla="*/ 1645238 w 16633092"/>
              <a:gd name="connsiteY7" fmla="*/ 13716000 h 13716000"/>
              <a:gd name="connsiteX8" fmla="*/ 1238118 w 16633092"/>
              <a:gd name="connsiteY8" fmla="*/ 13412448 h 13716000"/>
              <a:gd name="connsiteX9" fmla="*/ 92737 w 16633092"/>
              <a:gd name="connsiteY9" fmla="*/ 11788435 h 13716000"/>
              <a:gd name="connsiteX10" fmla="*/ 0 w 16633092"/>
              <a:gd name="connsiteY10" fmla="*/ 11444493 h 13716000"/>
              <a:gd name="connsiteX11" fmla="*/ 0 w 16633092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367559 w 16632937"/>
              <a:gd name="connsiteY3" fmla="*/ 1697264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40703"/>
              <a:gd name="connsiteY0" fmla="*/ 0 h 13716000"/>
              <a:gd name="connsiteX1" fmla="*/ 14971029 w 16640703"/>
              <a:gd name="connsiteY1" fmla="*/ 0 h 13716000"/>
              <a:gd name="connsiteX2" fmla="*/ 15357002 w 16640703"/>
              <a:gd name="connsiteY2" fmla="*/ 272143 h 13716000"/>
              <a:gd name="connsiteX3" fmla="*/ 16454190 w 16640703"/>
              <a:gd name="connsiteY3" fmla="*/ 2081238 h 13716000"/>
              <a:gd name="connsiteX4" fmla="*/ 16625062 w 16640703"/>
              <a:gd name="connsiteY4" fmla="*/ 3485943 h 13716000"/>
              <a:gd name="connsiteX5" fmla="*/ 16632936 w 16640703"/>
              <a:gd name="connsiteY5" fmla="*/ 13716000 h 13716000"/>
              <a:gd name="connsiteX6" fmla="*/ 16632936 w 16640703"/>
              <a:gd name="connsiteY6" fmla="*/ 13716000 h 13716000"/>
              <a:gd name="connsiteX7" fmla="*/ 1645238 w 16640703"/>
              <a:gd name="connsiteY7" fmla="*/ 13716000 h 13716000"/>
              <a:gd name="connsiteX8" fmla="*/ 1238118 w 16640703"/>
              <a:gd name="connsiteY8" fmla="*/ 13412448 h 13716000"/>
              <a:gd name="connsiteX9" fmla="*/ 92737 w 16640703"/>
              <a:gd name="connsiteY9" fmla="*/ 11788435 h 13716000"/>
              <a:gd name="connsiteX10" fmla="*/ 0 w 16640703"/>
              <a:gd name="connsiteY10" fmla="*/ 11444493 h 13716000"/>
              <a:gd name="connsiteX11" fmla="*/ 0 w 16640703"/>
              <a:gd name="connsiteY11" fmla="*/ 0 h 13716000"/>
              <a:gd name="connsiteX0" fmla="*/ 0 w 16644119"/>
              <a:gd name="connsiteY0" fmla="*/ 0 h 13716000"/>
              <a:gd name="connsiteX1" fmla="*/ 14971029 w 16644119"/>
              <a:gd name="connsiteY1" fmla="*/ 0 h 13716000"/>
              <a:gd name="connsiteX2" fmla="*/ 15357002 w 16644119"/>
              <a:gd name="connsiteY2" fmla="*/ 272143 h 13716000"/>
              <a:gd name="connsiteX3" fmla="*/ 16454190 w 16644119"/>
              <a:gd name="connsiteY3" fmla="*/ 2081238 h 13716000"/>
              <a:gd name="connsiteX4" fmla="*/ 16625062 w 16644119"/>
              <a:gd name="connsiteY4" fmla="*/ 3485943 h 13716000"/>
              <a:gd name="connsiteX5" fmla="*/ 16632936 w 16644119"/>
              <a:gd name="connsiteY5" fmla="*/ 13716000 h 13716000"/>
              <a:gd name="connsiteX6" fmla="*/ 16632936 w 16644119"/>
              <a:gd name="connsiteY6" fmla="*/ 13716000 h 13716000"/>
              <a:gd name="connsiteX7" fmla="*/ 1645238 w 16644119"/>
              <a:gd name="connsiteY7" fmla="*/ 13716000 h 13716000"/>
              <a:gd name="connsiteX8" fmla="*/ 1238118 w 16644119"/>
              <a:gd name="connsiteY8" fmla="*/ 13412448 h 13716000"/>
              <a:gd name="connsiteX9" fmla="*/ 92737 w 16644119"/>
              <a:gd name="connsiteY9" fmla="*/ 11788435 h 13716000"/>
              <a:gd name="connsiteX10" fmla="*/ 0 w 16644119"/>
              <a:gd name="connsiteY10" fmla="*/ 11444493 h 13716000"/>
              <a:gd name="connsiteX11" fmla="*/ 0 w 16644119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625062 w 16632937"/>
              <a:gd name="connsiteY4" fmla="*/ 348594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3485943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78724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45511"/>
              <a:gd name="connsiteY0" fmla="*/ 0 h 13716000"/>
              <a:gd name="connsiteX1" fmla="*/ 14971029 w 16645511"/>
              <a:gd name="connsiteY1" fmla="*/ 0 h 13716000"/>
              <a:gd name="connsiteX2" fmla="*/ 15357002 w 16645511"/>
              <a:gd name="connsiteY2" fmla="*/ 272143 h 13716000"/>
              <a:gd name="connsiteX3" fmla="*/ 16454190 w 16645511"/>
              <a:gd name="connsiteY3" fmla="*/ 2081238 h 13716000"/>
              <a:gd name="connsiteX4" fmla="*/ 16640815 w 16645511"/>
              <a:gd name="connsiteY4" fmla="*/ 2860867 h 13716000"/>
              <a:gd name="connsiteX5" fmla="*/ 16632936 w 16645511"/>
              <a:gd name="connsiteY5" fmla="*/ 13716000 h 13716000"/>
              <a:gd name="connsiteX6" fmla="*/ 16632936 w 16645511"/>
              <a:gd name="connsiteY6" fmla="*/ 13716000 h 13716000"/>
              <a:gd name="connsiteX7" fmla="*/ 1645238 w 16645511"/>
              <a:gd name="connsiteY7" fmla="*/ 13716000 h 13716000"/>
              <a:gd name="connsiteX8" fmla="*/ 1238118 w 16645511"/>
              <a:gd name="connsiteY8" fmla="*/ 13412448 h 13716000"/>
              <a:gd name="connsiteX9" fmla="*/ 92737 w 16645511"/>
              <a:gd name="connsiteY9" fmla="*/ 11788435 h 13716000"/>
              <a:gd name="connsiteX10" fmla="*/ 0 w 16645511"/>
              <a:gd name="connsiteY10" fmla="*/ 11444493 h 13716000"/>
              <a:gd name="connsiteX11" fmla="*/ 0 w 16645511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85193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2937"/>
              <a:gd name="connsiteY0" fmla="*/ 0 h 13716000"/>
              <a:gd name="connsiteX1" fmla="*/ 14971029 w 16632937"/>
              <a:gd name="connsiteY1" fmla="*/ 0 h 13716000"/>
              <a:gd name="connsiteX2" fmla="*/ 15357002 w 16632937"/>
              <a:gd name="connsiteY2" fmla="*/ 272143 h 13716000"/>
              <a:gd name="connsiteX3" fmla="*/ 16454190 w 16632937"/>
              <a:gd name="connsiteY3" fmla="*/ 2081238 h 13716000"/>
              <a:gd name="connsiteX4" fmla="*/ 16373046 w 16632937"/>
              <a:gd name="connsiteY4" fmla="*/ 2905518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92737 w 16632937"/>
              <a:gd name="connsiteY9" fmla="*/ 11788435 h 13716000"/>
              <a:gd name="connsiteX10" fmla="*/ 0 w 16632937"/>
              <a:gd name="connsiteY10" fmla="*/ 11444493 h 13716000"/>
              <a:gd name="connsiteX11" fmla="*/ 0 w 16632937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1444493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92737 w 16634283"/>
              <a:gd name="connsiteY9" fmla="*/ 11788435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87243 w 16634283"/>
              <a:gd name="connsiteY9" fmla="*/ 11591982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2905518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34283"/>
              <a:gd name="connsiteY0" fmla="*/ 0 h 13716000"/>
              <a:gd name="connsiteX1" fmla="*/ 14971029 w 16634283"/>
              <a:gd name="connsiteY1" fmla="*/ 0 h 13716000"/>
              <a:gd name="connsiteX2" fmla="*/ 15357002 w 16634283"/>
              <a:gd name="connsiteY2" fmla="*/ 272143 h 13716000"/>
              <a:gd name="connsiteX3" fmla="*/ 16454190 w 16634283"/>
              <a:gd name="connsiteY3" fmla="*/ 2081238 h 13716000"/>
              <a:gd name="connsiteX4" fmla="*/ 16625062 w 16634283"/>
              <a:gd name="connsiteY4" fmla="*/ 5286765 h 13716000"/>
              <a:gd name="connsiteX5" fmla="*/ 16632936 w 16634283"/>
              <a:gd name="connsiteY5" fmla="*/ 13716000 h 13716000"/>
              <a:gd name="connsiteX6" fmla="*/ 16632936 w 16634283"/>
              <a:gd name="connsiteY6" fmla="*/ 13716000 h 13716000"/>
              <a:gd name="connsiteX7" fmla="*/ 1645238 w 16634283"/>
              <a:gd name="connsiteY7" fmla="*/ 13716000 h 13716000"/>
              <a:gd name="connsiteX8" fmla="*/ 1238118 w 16634283"/>
              <a:gd name="connsiteY8" fmla="*/ 13412448 h 13716000"/>
              <a:gd name="connsiteX9" fmla="*/ 100611 w 16634283"/>
              <a:gd name="connsiteY9" fmla="*/ 11556263 h 13716000"/>
              <a:gd name="connsiteX10" fmla="*/ 0 w 16634283"/>
              <a:gd name="connsiteY10" fmla="*/ 10998008 h 13716000"/>
              <a:gd name="connsiteX11" fmla="*/ 0 w 16634283"/>
              <a:gd name="connsiteY11" fmla="*/ 0 h 13716000"/>
              <a:gd name="connsiteX0" fmla="*/ 0 w 16642975"/>
              <a:gd name="connsiteY0" fmla="*/ 0 h 13716000"/>
              <a:gd name="connsiteX1" fmla="*/ 14971029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2 w 16642975"/>
              <a:gd name="connsiteY2" fmla="*/ 272143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41250 w 16642975"/>
              <a:gd name="connsiteY2" fmla="*/ 1093680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551003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2975"/>
              <a:gd name="connsiteY0" fmla="*/ 0 h 13716000"/>
              <a:gd name="connsiteX1" fmla="*/ 14779392 w 16642975"/>
              <a:gd name="connsiteY1" fmla="*/ 0 h 13716000"/>
              <a:gd name="connsiteX2" fmla="*/ 15357003 w 16642975"/>
              <a:gd name="connsiteY2" fmla="*/ 504315 h 13716000"/>
              <a:gd name="connsiteX3" fmla="*/ 16422688 w 16642975"/>
              <a:gd name="connsiteY3" fmla="*/ 3462360 h 13716000"/>
              <a:gd name="connsiteX4" fmla="*/ 16625062 w 16642975"/>
              <a:gd name="connsiteY4" fmla="*/ 5286765 h 13716000"/>
              <a:gd name="connsiteX5" fmla="*/ 16632936 w 16642975"/>
              <a:gd name="connsiteY5" fmla="*/ 13716000 h 13716000"/>
              <a:gd name="connsiteX6" fmla="*/ 16632936 w 16642975"/>
              <a:gd name="connsiteY6" fmla="*/ 13716000 h 13716000"/>
              <a:gd name="connsiteX7" fmla="*/ 1645238 w 16642975"/>
              <a:gd name="connsiteY7" fmla="*/ 13716000 h 13716000"/>
              <a:gd name="connsiteX8" fmla="*/ 1238118 w 16642975"/>
              <a:gd name="connsiteY8" fmla="*/ 13412448 h 13716000"/>
              <a:gd name="connsiteX9" fmla="*/ 100611 w 16642975"/>
              <a:gd name="connsiteY9" fmla="*/ 11556263 h 13716000"/>
              <a:gd name="connsiteX10" fmla="*/ 0 w 16642975"/>
              <a:gd name="connsiteY10" fmla="*/ 10998008 h 13716000"/>
              <a:gd name="connsiteX11" fmla="*/ 0 w 16642975"/>
              <a:gd name="connsiteY11" fmla="*/ 0 h 13716000"/>
              <a:gd name="connsiteX0" fmla="*/ 0 w 16646990"/>
              <a:gd name="connsiteY0" fmla="*/ 0 h 13716000"/>
              <a:gd name="connsiteX1" fmla="*/ 14779392 w 16646990"/>
              <a:gd name="connsiteY1" fmla="*/ 0 h 13716000"/>
              <a:gd name="connsiteX2" fmla="*/ 15357003 w 16646990"/>
              <a:gd name="connsiteY2" fmla="*/ 504315 h 13716000"/>
              <a:gd name="connsiteX3" fmla="*/ 16367559 w 16646990"/>
              <a:gd name="connsiteY3" fmla="*/ 3890985 h 13716000"/>
              <a:gd name="connsiteX4" fmla="*/ 16625062 w 16646990"/>
              <a:gd name="connsiteY4" fmla="*/ 5286765 h 13716000"/>
              <a:gd name="connsiteX5" fmla="*/ 16632936 w 16646990"/>
              <a:gd name="connsiteY5" fmla="*/ 13716000 h 13716000"/>
              <a:gd name="connsiteX6" fmla="*/ 16632936 w 16646990"/>
              <a:gd name="connsiteY6" fmla="*/ 13716000 h 13716000"/>
              <a:gd name="connsiteX7" fmla="*/ 1645238 w 16646990"/>
              <a:gd name="connsiteY7" fmla="*/ 13716000 h 13716000"/>
              <a:gd name="connsiteX8" fmla="*/ 1238118 w 16646990"/>
              <a:gd name="connsiteY8" fmla="*/ 13412448 h 13716000"/>
              <a:gd name="connsiteX9" fmla="*/ 100611 w 16646990"/>
              <a:gd name="connsiteY9" fmla="*/ 11556263 h 13716000"/>
              <a:gd name="connsiteX10" fmla="*/ 0 w 16646990"/>
              <a:gd name="connsiteY10" fmla="*/ 10998008 h 13716000"/>
              <a:gd name="connsiteX11" fmla="*/ 0 w 16646990"/>
              <a:gd name="connsiteY11" fmla="*/ 0 h 13716000"/>
              <a:gd name="connsiteX0" fmla="*/ 0 w 16661469"/>
              <a:gd name="connsiteY0" fmla="*/ 0 h 13716000"/>
              <a:gd name="connsiteX1" fmla="*/ 14779392 w 16661469"/>
              <a:gd name="connsiteY1" fmla="*/ 0 h 13716000"/>
              <a:gd name="connsiteX2" fmla="*/ 15357003 w 16661469"/>
              <a:gd name="connsiteY2" fmla="*/ 504315 h 13716000"/>
              <a:gd name="connsiteX3" fmla="*/ 16170672 w 16661469"/>
              <a:gd name="connsiteY3" fmla="*/ 4212450 h 13716000"/>
              <a:gd name="connsiteX4" fmla="*/ 16625062 w 16661469"/>
              <a:gd name="connsiteY4" fmla="*/ 5286765 h 13716000"/>
              <a:gd name="connsiteX5" fmla="*/ 16632936 w 16661469"/>
              <a:gd name="connsiteY5" fmla="*/ 13716000 h 13716000"/>
              <a:gd name="connsiteX6" fmla="*/ 16632936 w 16661469"/>
              <a:gd name="connsiteY6" fmla="*/ 13716000 h 13716000"/>
              <a:gd name="connsiteX7" fmla="*/ 1645238 w 16661469"/>
              <a:gd name="connsiteY7" fmla="*/ 13716000 h 13716000"/>
              <a:gd name="connsiteX8" fmla="*/ 1238118 w 16661469"/>
              <a:gd name="connsiteY8" fmla="*/ 13412448 h 13716000"/>
              <a:gd name="connsiteX9" fmla="*/ 100611 w 16661469"/>
              <a:gd name="connsiteY9" fmla="*/ 11556263 h 13716000"/>
              <a:gd name="connsiteX10" fmla="*/ 0 w 16661469"/>
              <a:gd name="connsiteY10" fmla="*/ 10998008 h 13716000"/>
              <a:gd name="connsiteX11" fmla="*/ 0 w 16661469"/>
              <a:gd name="connsiteY11" fmla="*/ 0 h 13716000"/>
              <a:gd name="connsiteX0" fmla="*/ 0 w 16641837"/>
              <a:gd name="connsiteY0" fmla="*/ 0 h 13716000"/>
              <a:gd name="connsiteX1" fmla="*/ 14779392 w 16641837"/>
              <a:gd name="connsiteY1" fmla="*/ 0 h 13716000"/>
              <a:gd name="connsiteX2" fmla="*/ 15357003 w 16641837"/>
              <a:gd name="connsiteY2" fmla="*/ 504315 h 13716000"/>
              <a:gd name="connsiteX3" fmla="*/ 16438438 w 16641837"/>
              <a:gd name="connsiteY3" fmla="*/ 4069575 h 13716000"/>
              <a:gd name="connsiteX4" fmla="*/ 16625062 w 16641837"/>
              <a:gd name="connsiteY4" fmla="*/ 5286765 h 13716000"/>
              <a:gd name="connsiteX5" fmla="*/ 16632936 w 16641837"/>
              <a:gd name="connsiteY5" fmla="*/ 13716000 h 13716000"/>
              <a:gd name="connsiteX6" fmla="*/ 16632936 w 16641837"/>
              <a:gd name="connsiteY6" fmla="*/ 13716000 h 13716000"/>
              <a:gd name="connsiteX7" fmla="*/ 1645238 w 16641837"/>
              <a:gd name="connsiteY7" fmla="*/ 13716000 h 13716000"/>
              <a:gd name="connsiteX8" fmla="*/ 1238118 w 16641837"/>
              <a:gd name="connsiteY8" fmla="*/ 13412448 h 13716000"/>
              <a:gd name="connsiteX9" fmla="*/ 100611 w 16641837"/>
              <a:gd name="connsiteY9" fmla="*/ 11556263 h 13716000"/>
              <a:gd name="connsiteX10" fmla="*/ 0 w 16641837"/>
              <a:gd name="connsiteY10" fmla="*/ 10998008 h 13716000"/>
              <a:gd name="connsiteX11" fmla="*/ 0 w 16641837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438438 w 16632937"/>
              <a:gd name="connsiteY3" fmla="*/ 4069575 h 13716000"/>
              <a:gd name="connsiteX4" fmla="*/ 16475427 w 16632937"/>
              <a:gd name="connsiteY4" fmla="*/ 621545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7344"/>
              <a:gd name="connsiteY0" fmla="*/ 0 h 13716000"/>
              <a:gd name="connsiteX1" fmla="*/ 14779392 w 16647344"/>
              <a:gd name="connsiteY1" fmla="*/ 0 h 13716000"/>
              <a:gd name="connsiteX2" fmla="*/ 15357003 w 16647344"/>
              <a:gd name="connsiteY2" fmla="*/ 504315 h 13716000"/>
              <a:gd name="connsiteX3" fmla="*/ 16438438 w 16647344"/>
              <a:gd name="connsiteY3" fmla="*/ 4069575 h 13716000"/>
              <a:gd name="connsiteX4" fmla="*/ 16632937 w 16647344"/>
              <a:gd name="connsiteY4" fmla="*/ 5590373 h 13716000"/>
              <a:gd name="connsiteX5" fmla="*/ 16632936 w 16647344"/>
              <a:gd name="connsiteY5" fmla="*/ 13716000 h 13716000"/>
              <a:gd name="connsiteX6" fmla="*/ 16632936 w 16647344"/>
              <a:gd name="connsiteY6" fmla="*/ 13716000 h 13716000"/>
              <a:gd name="connsiteX7" fmla="*/ 1645238 w 16647344"/>
              <a:gd name="connsiteY7" fmla="*/ 13716000 h 13716000"/>
              <a:gd name="connsiteX8" fmla="*/ 1238118 w 16647344"/>
              <a:gd name="connsiteY8" fmla="*/ 13412448 h 13716000"/>
              <a:gd name="connsiteX9" fmla="*/ 100611 w 16647344"/>
              <a:gd name="connsiteY9" fmla="*/ 11556263 h 13716000"/>
              <a:gd name="connsiteX10" fmla="*/ 0 w 16647344"/>
              <a:gd name="connsiteY10" fmla="*/ 10998008 h 13716000"/>
              <a:gd name="connsiteX11" fmla="*/ 0 w 16647344"/>
              <a:gd name="connsiteY11" fmla="*/ 0 h 13716000"/>
              <a:gd name="connsiteX0" fmla="*/ 0 w 16650843"/>
              <a:gd name="connsiteY0" fmla="*/ 0 h 13716000"/>
              <a:gd name="connsiteX1" fmla="*/ 14779392 w 16650843"/>
              <a:gd name="connsiteY1" fmla="*/ 0 h 13716000"/>
              <a:gd name="connsiteX2" fmla="*/ 15357003 w 16650843"/>
              <a:gd name="connsiteY2" fmla="*/ 504315 h 13716000"/>
              <a:gd name="connsiteX3" fmla="*/ 16438438 w 16650843"/>
              <a:gd name="connsiteY3" fmla="*/ 4069575 h 13716000"/>
              <a:gd name="connsiteX4" fmla="*/ 16632937 w 16650843"/>
              <a:gd name="connsiteY4" fmla="*/ 5590373 h 13716000"/>
              <a:gd name="connsiteX5" fmla="*/ 16632936 w 16650843"/>
              <a:gd name="connsiteY5" fmla="*/ 13716000 h 13716000"/>
              <a:gd name="connsiteX6" fmla="*/ 16632936 w 16650843"/>
              <a:gd name="connsiteY6" fmla="*/ 13716000 h 13716000"/>
              <a:gd name="connsiteX7" fmla="*/ 1645238 w 16650843"/>
              <a:gd name="connsiteY7" fmla="*/ 13716000 h 13716000"/>
              <a:gd name="connsiteX8" fmla="*/ 1238118 w 16650843"/>
              <a:gd name="connsiteY8" fmla="*/ 13412448 h 13716000"/>
              <a:gd name="connsiteX9" fmla="*/ 100611 w 16650843"/>
              <a:gd name="connsiteY9" fmla="*/ 11556263 h 13716000"/>
              <a:gd name="connsiteX10" fmla="*/ 0 w 16650843"/>
              <a:gd name="connsiteY10" fmla="*/ 10998008 h 13716000"/>
              <a:gd name="connsiteX11" fmla="*/ 0 w 16650843"/>
              <a:gd name="connsiteY11" fmla="*/ 0 h 13716000"/>
              <a:gd name="connsiteX0" fmla="*/ 0 w 16652010"/>
              <a:gd name="connsiteY0" fmla="*/ 0 h 13716000"/>
              <a:gd name="connsiteX1" fmla="*/ 14779392 w 16652010"/>
              <a:gd name="connsiteY1" fmla="*/ 0 h 13716000"/>
              <a:gd name="connsiteX2" fmla="*/ 15357003 w 16652010"/>
              <a:gd name="connsiteY2" fmla="*/ 504315 h 13716000"/>
              <a:gd name="connsiteX3" fmla="*/ 16375434 w 16652010"/>
              <a:gd name="connsiteY3" fmla="*/ 4587495 h 13716000"/>
              <a:gd name="connsiteX4" fmla="*/ 16632937 w 16652010"/>
              <a:gd name="connsiteY4" fmla="*/ 5590373 h 13716000"/>
              <a:gd name="connsiteX5" fmla="*/ 16632936 w 16652010"/>
              <a:gd name="connsiteY5" fmla="*/ 13716000 h 13716000"/>
              <a:gd name="connsiteX6" fmla="*/ 16632936 w 16652010"/>
              <a:gd name="connsiteY6" fmla="*/ 13716000 h 13716000"/>
              <a:gd name="connsiteX7" fmla="*/ 1645238 w 16652010"/>
              <a:gd name="connsiteY7" fmla="*/ 13716000 h 13716000"/>
              <a:gd name="connsiteX8" fmla="*/ 1238118 w 16652010"/>
              <a:gd name="connsiteY8" fmla="*/ 13412448 h 13716000"/>
              <a:gd name="connsiteX9" fmla="*/ 100611 w 16652010"/>
              <a:gd name="connsiteY9" fmla="*/ 11556263 h 13716000"/>
              <a:gd name="connsiteX10" fmla="*/ 0 w 16652010"/>
              <a:gd name="connsiteY10" fmla="*/ 10998008 h 13716000"/>
              <a:gd name="connsiteX11" fmla="*/ 0 w 16652010"/>
              <a:gd name="connsiteY11" fmla="*/ 0 h 13716000"/>
              <a:gd name="connsiteX0" fmla="*/ 0 w 16647459"/>
              <a:gd name="connsiteY0" fmla="*/ 0 h 13716000"/>
              <a:gd name="connsiteX1" fmla="*/ 14779392 w 16647459"/>
              <a:gd name="connsiteY1" fmla="*/ 0 h 13716000"/>
              <a:gd name="connsiteX2" fmla="*/ 15357003 w 16647459"/>
              <a:gd name="connsiteY2" fmla="*/ 504315 h 13716000"/>
              <a:gd name="connsiteX3" fmla="*/ 16517191 w 16647459"/>
              <a:gd name="connsiteY3" fmla="*/ 4373183 h 13716000"/>
              <a:gd name="connsiteX4" fmla="*/ 16632937 w 16647459"/>
              <a:gd name="connsiteY4" fmla="*/ 5590373 h 13716000"/>
              <a:gd name="connsiteX5" fmla="*/ 16632936 w 16647459"/>
              <a:gd name="connsiteY5" fmla="*/ 13716000 h 13716000"/>
              <a:gd name="connsiteX6" fmla="*/ 16632936 w 16647459"/>
              <a:gd name="connsiteY6" fmla="*/ 13716000 h 13716000"/>
              <a:gd name="connsiteX7" fmla="*/ 1645238 w 16647459"/>
              <a:gd name="connsiteY7" fmla="*/ 13716000 h 13716000"/>
              <a:gd name="connsiteX8" fmla="*/ 1238118 w 16647459"/>
              <a:gd name="connsiteY8" fmla="*/ 13412448 h 13716000"/>
              <a:gd name="connsiteX9" fmla="*/ 100611 w 16647459"/>
              <a:gd name="connsiteY9" fmla="*/ 11556263 h 13716000"/>
              <a:gd name="connsiteX10" fmla="*/ 0 w 16647459"/>
              <a:gd name="connsiteY10" fmla="*/ 10998008 h 13716000"/>
              <a:gd name="connsiteX11" fmla="*/ 0 w 1664745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1509"/>
              <a:gd name="connsiteY0" fmla="*/ 0 h 13716000"/>
              <a:gd name="connsiteX1" fmla="*/ 14779392 w 16641509"/>
              <a:gd name="connsiteY1" fmla="*/ 0 h 13716000"/>
              <a:gd name="connsiteX2" fmla="*/ 15357003 w 16641509"/>
              <a:gd name="connsiteY2" fmla="*/ 504315 h 13716000"/>
              <a:gd name="connsiteX3" fmla="*/ 16517191 w 16641509"/>
              <a:gd name="connsiteY3" fmla="*/ 4373183 h 13716000"/>
              <a:gd name="connsiteX4" fmla="*/ 16632937 w 16641509"/>
              <a:gd name="connsiteY4" fmla="*/ 5590373 h 13716000"/>
              <a:gd name="connsiteX5" fmla="*/ 16632936 w 16641509"/>
              <a:gd name="connsiteY5" fmla="*/ 13716000 h 13716000"/>
              <a:gd name="connsiteX6" fmla="*/ 16632936 w 16641509"/>
              <a:gd name="connsiteY6" fmla="*/ 13716000 h 13716000"/>
              <a:gd name="connsiteX7" fmla="*/ 1645238 w 16641509"/>
              <a:gd name="connsiteY7" fmla="*/ 13716000 h 13716000"/>
              <a:gd name="connsiteX8" fmla="*/ 1238118 w 16641509"/>
              <a:gd name="connsiteY8" fmla="*/ 13412448 h 13716000"/>
              <a:gd name="connsiteX9" fmla="*/ 100611 w 16641509"/>
              <a:gd name="connsiteY9" fmla="*/ 11556263 h 13716000"/>
              <a:gd name="connsiteX10" fmla="*/ 0 w 16641509"/>
              <a:gd name="connsiteY10" fmla="*/ 10998008 h 13716000"/>
              <a:gd name="connsiteX11" fmla="*/ 0 w 16641509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45008"/>
              <a:gd name="connsiteY0" fmla="*/ 0 h 13716000"/>
              <a:gd name="connsiteX1" fmla="*/ 14779392 w 16645008"/>
              <a:gd name="connsiteY1" fmla="*/ 0 h 13716000"/>
              <a:gd name="connsiteX2" fmla="*/ 15357003 w 16645008"/>
              <a:gd name="connsiteY2" fmla="*/ 504315 h 13716000"/>
              <a:gd name="connsiteX3" fmla="*/ 16517191 w 16645008"/>
              <a:gd name="connsiteY3" fmla="*/ 4373183 h 13716000"/>
              <a:gd name="connsiteX4" fmla="*/ 16632937 w 16645008"/>
              <a:gd name="connsiteY4" fmla="*/ 5590373 h 13716000"/>
              <a:gd name="connsiteX5" fmla="*/ 16632936 w 16645008"/>
              <a:gd name="connsiteY5" fmla="*/ 13716000 h 13716000"/>
              <a:gd name="connsiteX6" fmla="*/ 16632936 w 16645008"/>
              <a:gd name="connsiteY6" fmla="*/ 13716000 h 13716000"/>
              <a:gd name="connsiteX7" fmla="*/ 1645238 w 16645008"/>
              <a:gd name="connsiteY7" fmla="*/ 13716000 h 13716000"/>
              <a:gd name="connsiteX8" fmla="*/ 1238118 w 16645008"/>
              <a:gd name="connsiteY8" fmla="*/ 13412448 h 13716000"/>
              <a:gd name="connsiteX9" fmla="*/ 100611 w 16645008"/>
              <a:gd name="connsiteY9" fmla="*/ 11556263 h 13716000"/>
              <a:gd name="connsiteX10" fmla="*/ 0 w 16645008"/>
              <a:gd name="connsiteY10" fmla="*/ 10998008 h 13716000"/>
              <a:gd name="connsiteX11" fmla="*/ 0 w 16645008"/>
              <a:gd name="connsiteY11" fmla="*/ 0 h 13716000"/>
              <a:gd name="connsiteX0" fmla="*/ 0 w 16638010"/>
              <a:gd name="connsiteY0" fmla="*/ 0 h 13716000"/>
              <a:gd name="connsiteX1" fmla="*/ 14779392 w 16638010"/>
              <a:gd name="connsiteY1" fmla="*/ 0 h 13716000"/>
              <a:gd name="connsiteX2" fmla="*/ 15357003 w 16638010"/>
              <a:gd name="connsiteY2" fmla="*/ 504315 h 13716000"/>
              <a:gd name="connsiteX3" fmla="*/ 16517191 w 16638010"/>
              <a:gd name="connsiteY3" fmla="*/ 4373183 h 13716000"/>
              <a:gd name="connsiteX4" fmla="*/ 16632937 w 16638010"/>
              <a:gd name="connsiteY4" fmla="*/ 5590373 h 13716000"/>
              <a:gd name="connsiteX5" fmla="*/ 16632936 w 16638010"/>
              <a:gd name="connsiteY5" fmla="*/ 13716000 h 13716000"/>
              <a:gd name="connsiteX6" fmla="*/ 16632936 w 16638010"/>
              <a:gd name="connsiteY6" fmla="*/ 13716000 h 13716000"/>
              <a:gd name="connsiteX7" fmla="*/ 1645238 w 16638010"/>
              <a:gd name="connsiteY7" fmla="*/ 13716000 h 13716000"/>
              <a:gd name="connsiteX8" fmla="*/ 1238118 w 16638010"/>
              <a:gd name="connsiteY8" fmla="*/ 13412448 h 13716000"/>
              <a:gd name="connsiteX9" fmla="*/ 100611 w 16638010"/>
              <a:gd name="connsiteY9" fmla="*/ 11556263 h 13716000"/>
              <a:gd name="connsiteX10" fmla="*/ 0 w 16638010"/>
              <a:gd name="connsiteY10" fmla="*/ 10998008 h 13716000"/>
              <a:gd name="connsiteX11" fmla="*/ 0 w 16638010"/>
              <a:gd name="connsiteY11" fmla="*/ 0 h 13716000"/>
              <a:gd name="connsiteX0" fmla="*/ 0 w 16632937"/>
              <a:gd name="connsiteY0" fmla="*/ 0 h 13716000"/>
              <a:gd name="connsiteX1" fmla="*/ 14779392 w 16632937"/>
              <a:gd name="connsiteY1" fmla="*/ 0 h 13716000"/>
              <a:gd name="connsiteX2" fmla="*/ 15357003 w 16632937"/>
              <a:gd name="connsiteY2" fmla="*/ 504315 h 13716000"/>
              <a:gd name="connsiteX3" fmla="*/ 16517191 w 16632937"/>
              <a:gd name="connsiteY3" fmla="*/ 4373183 h 13716000"/>
              <a:gd name="connsiteX4" fmla="*/ 16373045 w 16632937"/>
              <a:gd name="connsiteY4" fmla="*/ 5768963 h 13716000"/>
              <a:gd name="connsiteX5" fmla="*/ 16632936 w 16632937"/>
              <a:gd name="connsiteY5" fmla="*/ 13716000 h 13716000"/>
              <a:gd name="connsiteX6" fmla="*/ 16632936 w 16632937"/>
              <a:gd name="connsiteY6" fmla="*/ 13716000 h 13716000"/>
              <a:gd name="connsiteX7" fmla="*/ 1645238 w 16632937"/>
              <a:gd name="connsiteY7" fmla="*/ 13716000 h 13716000"/>
              <a:gd name="connsiteX8" fmla="*/ 1238118 w 16632937"/>
              <a:gd name="connsiteY8" fmla="*/ 13412448 h 13716000"/>
              <a:gd name="connsiteX9" fmla="*/ 100611 w 16632937"/>
              <a:gd name="connsiteY9" fmla="*/ 11556263 h 13716000"/>
              <a:gd name="connsiteX10" fmla="*/ 0 w 16632937"/>
              <a:gd name="connsiteY10" fmla="*/ 10998008 h 13716000"/>
              <a:gd name="connsiteX11" fmla="*/ 0 w 16632937"/>
              <a:gd name="connsiteY11" fmla="*/ 0 h 13716000"/>
              <a:gd name="connsiteX0" fmla="*/ 0 w 16644423"/>
              <a:gd name="connsiteY0" fmla="*/ 0 h 13716000"/>
              <a:gd name="connsiteX1" fmla="*/ 14779392 w 16644423"/>
              <a:gd name="connsiteY1" fmla="*/ 0 h 13716000"/>
              <a:gd name="connsiteX2" fmla="*/ 15357003 w 16644423"/>
              <a:gd name="connsiteY2" fmla="*/ 504315 h 13716000"/>
              <a:gd name="connsiteX3" fmla="*/ 16517191 w 16644423"/>
              <a:gd name="connsiteY3" fmla="*/ 4373183 h 13716000"/>
              <a:gd name="connsiteX4" fmla="*/ 16640812 w 16644423"/>
              <a:gd name="connsiteY4" fmla="*/ 5679660 h 13716000"/>
              <a:gd name="connsiteX5" fmla="*/ 16632936 w 16644423"/>
              <a:gd name="connsiteY5" fmla="*/ 13716000 h 13716000"/>
              <a:gd name="connsiteX6" fmla="*/ 16632936 w 16644423"/>
              <a:gd name="connsiteY6" fmla="*/ 13716000 h 13716000"/>
              <a:gd name="connsiteX7" fmla="*/ 1645238 w 16644423"/>
              <a:gd name="connsiteY7" fmla="*/ 13716000 h 13716000"/>
              <a:gd name="connsiteX8" fmla="*/ 1238118 w 16644423"/>
              <a:gd name="connsiteY8" fmla="*/ 13412448 h 13716000"/>
              <a:gd name="connsiteX9" fmla="*/ 100611 w 16644423"/>
              <a:gd name="connsiteY9" fmla="*/ 11556263 h 13716000"/>
              <a:gd name="connsiteX10" fmla="*/ 0 w 16644423"/>
              <a:gd name="connsiteY10" fmla="*/ 10998008 h 13716000"/>
              <a:gd name="connsiteX11" fmla="*/ 0 w 1664442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1099800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00611 w 16641493"/>
              <a:gd name="connsiteY9" fmla="*/ 11556263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376252 w 16641493"/>
              <a:gd name="connsiteY9" fmla="*/ 9752460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0 w 16641493"/>
              <a:gd name="connsiteY10" fmla="*/ 755115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8 w 16641493"/>
              <a:gd name="connsiteY8" fmla="*/ 1341244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387751 w 16641493"/>
              <a:gd name="connsiteY8" fmla="*/ 11144303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7875 w 16641493"/>
              <a:gd name="connsiteY10" fmla="*/ 8247668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  <a:gd name="connsiteX0" fmla="*/ 0 w 16641493"/>
              <a:gd name="connsiteY0" fmla="*/ 0 h 13716000"/>
              <a:gd name="connsiteX1" fmla="*/ 14779392 w 16641493"/>
              <a:gd name="connsiteY1" fmla="*/ 0 h 13716000"/>
              <a:gd name="connsiteX2" fmla="*/ 15357003 w 16641493"/>
              <a:gd name="connsiteY2" fmla="*/ 504315 h 13716000"/>
              <a:gd name="connsiteX3" fmla="*/ 16517191 w 16641493"/>
              <a:gd name="connsiteY3" fmla="*/ 4373183 h 13716000"/>
              <a:gd name="connsiteX4" fmla="*/ 16640812 w 16641493"/>
              <a:gd name="connsiteY4" fmla="*/ 5679660 h 13716000"/>
              <a:gd name="connsiteX5" fmla="*/ 16632936 w 16641493"/>
              <a:gd name="connsiteY5" fmla="*/ 13716000 h 13716000"/>
              <a:gd name="connsiteX6" fmla="*/ 16632936 w 16641493"/>
              <a:gd name="connsiteY6" fmla="*/ 13716000 h 13716000"/>
              <a:gd name="connsiteX7" fmla="*/ 1645238 w 16641493"/>
              <a:gd name="connsiteY7" fmla="*/ 13716000 h 13716000"/>
              <a:gd name="connsiteX8" fmla="*/ 1238119 w 16641493"/>
              <a:gd name="connsiteY8" fmla="*/ 13108838 h 13716000"/>
              <a:gd name="connsiteX9" fmla="*/ 147863 w 16641493"/>
              <a:gd name="connsiteY9" fmla="*/ 9538148 h 13716000"/>
              <a:gd name="connsiteX10" fmla="*/ 0 w 16641493"/>
              <a:gd name="connsiteY10" fmla="*/ 8229810 h 13716000"/>
              <a:gd name="connsiteX11" fmla="*/ 0 w 16641493"/>
              <a:gd name="connsiteY11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41493" h="13716000">
                <a:moveTo>
                  <a:pt x="0" y="0"/>
                </a:moveTo>
                <a:lnTo>
                  <a:pt x="14779392" y="0"/>
                </a:lnTo>
                <a:cubicBezTo>
                  <a:pt x="15216842" y="4988"/>
                  <a:pt x="15191892" y="115943"/>
                  <a:pt x="15357003" y="504315"/>
                </a:cubicBezTo>
                <a:lnTo>
                  <a:pt x="16517191" y="4373183"/>
                </a:lnTo>
                <a:cubicBezTo>
                  <a:pt x="16658661" y="4909485"/>
                  <a:pt x="16637274" y="5104785"/>
                  <a:pt x="16640812" y="5679660"/>
                </a:cubicBezTo>
                <a:cubicBezTo>
                  <a:pt x="16644350" y="6254535"/>
                  <a:pt x="16632936" y="9901169"/>
                  <a:pt x="16632936" y="13716000"/>
                </a:cubicBezTo>
                <a:lnTo>
                  <a:pt x="16632936" y="13716000"/>
                </a:lnTo>
                <a:lnTo>
                  <a:pt x="1645238" y="13716000"/>
                </a:lnTo>
                <a:cubicBezTo>
                  <a:pt x="1516674" y="13714829"/>
                  <a:pt x="1437936" y="13670790"/>
                  <a:pt x="1238119" y="13108838"/>
                </a:cubicBezTo>
                <a:lnTo>
                  <a:pt x="147863" y="9538148"/>
                </a:lnTo>
                <a:cubicBezTo>
                  <a:pt x="45697" y="9171090"/>
                  <a:pt x="2338" y="8948700"/>
                  <a:pt x="0" y="8229810"/>
                </a:cubicBez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>
              <a:defRPr lang="en-US" b="0" dirty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 algn="ctr"/>
            <a:r>
              <a:rPr lang="en-US" noProof="0"/>
              <a:t>Click icon to add picture</a:t>
            </a:r>
            <a:endParaRPr lang="en-AU" noProof="0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B1ADE99-D989-D996-904D-EC9FA50D49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200" y="3923983"/>
            <a:ext cx="5029200" cy="314253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A123037-1CCB-1575-026B-221BED0EF2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24600" y="3923983"/>
            <a:ext cx="5029200" cy="314253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5A72B7A-D92E-FE16-2930-9B5E3854D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EBC750A-3BD3-86D0-4F8F-35261FE3A3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864481"/>
            <a:ext cx="733425" cy="459493"/>
          </a:xfrm>
        </p:spPr>
        <p:txBody>
          <a:bodyPr lIns="0" tIns="0" rIns="0" bIns="45720" anchor="b" anchorCtr="0">
            <a:noAutofit/>
          </a:bodyPr>
          <a:lstStyle>
            <a:lvl1pPr marL="0" indent="0" algn="r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  <a:latin typeface="Instrument Sans Semi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3722633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 Placeholders (Label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5D5CFC-A29A-DE73-E127-61D5505A029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38200" y="2044700"/>
            <a:ext cx="5029200" cy="1710596"/>
          </a:xfrm>
        </p:spPr>
        <p:txBody>
          <a:bodyPr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56EAAE8-E319-1DF8-5DE7-BA180DC1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4400CDA-55C9-EA4E-32F7-1958E06B8B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665851"/>
            <a:ext cx="5029200" cy="314253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EBAC9E6-AA3B-B0BB-827E-19A69EA60A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600" y="1665851"/>
            <a:ext cx="5029200" cy="314253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B1ADE99-D989-D996-904D-EC9FA50D49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200" y="3923983"/>
            <a:ext cx="5029200" cy="314253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A123037-1CCB-1575-026B-221BED0EF2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24600" y="3923983"/>
            <a:ext cx="5029200" cy="314253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3EC9F102-CEDA-417E-D987-8A43D49E76E8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38200" y="4325937"/>
            <a:ext cx="5029200" cy="1710596"/>
          </a:xfrm>
        </p:spPr>
        <p:txBody>
          <a:bodyPr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2A3E7243-791E-DD40-2671-C0A5B8E33F8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324960" y="2044700"/>
            <a:ext cx="5029200" cy="1710596"/>
          </a:xfrm>
        </p:spPr>
        <p:txBody>
          <a:bodyPr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146BBB8-A34D-7572-6F76-8738C24D126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324960" y="4325937"/>
            <a:ext cx="5029200" cy="1710596"/>
          </a:xfrm>
        </p:spPr>
        <p:txBody>
          <a:bodyPr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DFBFEDC-E637-92F2-4EB5-AB7ECC4DD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22879-EC3B-8E6C-775B-F89A526164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864481"/>
            <a:ext cx="733425" cy="459493"/>
          </a:xfrm>
        </p:spPr>
        <p:txBody>
          <a:bodyPr lIns="0" tIns="0" rIns="0" bIns="45720" anchor="b" anchorCtr="0">
            <a:noAutofit/>
          </a:bodyPr>
          <a:lstStyle>
            <a:lvl1pPr marL="0" indent="0" algn="r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  <a:latin typeface="Instrument Sans Semi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2832485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BA59-D9B2-24A1-3E4A-0FB07DA2E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E2CB37E-5207-0D96-4C49-C0D5C41A7B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665851"/>
            <a:ext cx="2468880" cy="457200"/>
          </a:xfrm>
          <a:prstGeom prst="snip2DiagRect">
            <a:avLst>
              <a:gd name="adj1" fmla="val 0"/>
              <a:gd name="adj2" fmla="val 31621"/>
            </a:avLst>
          </a:prstGeom>
          <a:solidFill>
            <a:schemeClr val="accent1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30639791-8137-8792-5FB3-6411A0EB84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307362"/>
            <a:ext cx="2468880" cy="3852721"/>
          </a:xfrm>
        </p:spPr>
        <p:txBody>
          <a:bodyPr>
            <a:noAutofit/>
          </a:bodyPr>
          <a:lstStyle>
            <a:lvl1pPr>
              <a:defRPr sz="1400" b="1"/>
            </a:lvl1pPr>
            <a:lvl2pPr marL="228600" indent="-228600">
              <a:defRPr sz="1200"/>
            </a:lvl2pPr>
            <a:lvl3pPr marL="457200" indent="-228600">
              <a:defRPr sz="1200"/>
            </a:lvl3pPr>
            <a:lvl4pPr marL="685800" indent="-228600">
              <a:defRPr sz="1200"/>
            </a:lvl4pPr>
            <a:lvl5pPr marL="1143000" indent="-228600"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488145F-F3A6-936E-5BA5-0AFF8C9061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20440" y="1665851"/>
            <a:ext cx="2468880" cy="457200"/>
          </a:xfrm>
          <a:prstGeom prst="snip2DiagRect">
            <a:avLst>
              <a:gd name="adj1" fmla="val 0"/>
              <a:gd name="adj2" fmla="val 31621"/>
            </a:avLst>
          </a:prstGeom>
          <a:solidFill>
            <a:schemeClr val="accent1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ECC2A02-5F99-F8B6-DA22-D78070BE07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02680" y="1665851"/>
            <a:ext cx="2468880" cy="457200"/>
          </a:xfrm>
          <a:prstGeom prst="snip2DiagRect">
            <a:avLst>
              <a:gd name="adj1" fmla="val 0"/>
              <a:gd name="adj2" fmla="val 31621"/>
            </a:avLst>
          </a:prstGeom>
          <a:solidFill>
            <a:schemeClr val="accent1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3DB7BB1-53DC-80F7-0DA9-817DE4A88D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84920" y="1665851"/>
            <a:ext cx="2468880" cy="457200"/>
          </a:xfrm>
          <a:prstGeom prst="snip2DiagRect">
            <a:avLst>
              <a:gd name="adj1" fmla="val 0"/>
              <a:gd name="adj2" fmla="val 31621"/>
            </a:avLst>
          </a:prstGeom>
          <a:solidFill>
            <a:schemeClr val="accent1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Instrument Sans SemiBold" pitchFamily="2" charset="0"/>
              </a:defRPr>
            </a:lvl1pPr>
          </a:lstStyle>
          <a:p>
            <a:pPr lvl="0"/>
            <a:r>
              <a:rPr lang="en-AU" noProof="0" dirty="0"/>
              <a:t>Subtitle Text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76241548-150C-FE09-BFA9-14CD1961F7A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520440" y="2307362"/>
            <a:ext cx="2468880" cy="3852721"/>
          </a:xfrm>
        </p:spPr>
        <p:txBody>
          <a:bodyPr>
            <a:noAutofit/>
          </a:bodyPr>
          <a:lstStyle>
            <a:lvl1pPr>
              <a:defRPr sz="1400" b="1"/>
            </a:lvl1pPr>
            <a:lvl2pPr marL="228600" indent="-228600">
              <a:defRPr sz="1200"/>
            </a:lvl2pPr>
            <a:lvl3pPr marL="457200" indent="-228600">
              <a:defRPr sz="1200"/>
            </a:lvl3pPr>
            <a:lvl4pPr marL="685800" indent="-228600">
              <a:defRPr sz="1200"/>
            </a:lvl4pPr>
            <a:lvl5pPr marL="1143000" indent="-228600"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C93EF1DA-A380-8160-3992-12732E069BC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02680" y="2307362"/>
            <a:ext cx="2468880" cy="3852721"/>
          </a:xfrm>
        </p:spPr>
        <p:txBody>
          <a:bodyPr>
            <a:noAutofit/>
          </a:bodyPr>
          <a:lstStyle>
            <a:lvl1pPr>
              <a:defRPr sz="1400" b="1"/>
            </a:lvl1pPr>
            <a:lvl2pPr marL="228600" indent="-228600">
              <a:defRPr sz="1200"/>
            </a:lvl2pPr>
            <a:lvl3pPr marL="457200" indent="-228600">
              <a:defRPr sz="1200"/>
            </a:lvl3pPr>
            <a:lvl4pPr marL="685800" indent="-228600">
              <a:defRPr sz="1200"/>
            </a:lvl4pPr>
            <a:lvl5pPr marL="1143000" indent="-228600"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965B70D7-7DAC-F3A6-A691-4B84CDB51C9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884920" y="2307362"/>
            <a:ext cx="2468880" cy="3852721"/>
          </a:xfrm>
        </p:spPr>
        <p:txBody>
          <a:bodyPr>
            <a:noAutofit/>
          </a:bodyPr>
          <a:lstStyle>
            <a:lvl1pPr>
              <a:defRPr sz="1400" b="1"/>
            </a:lvl1pPr>
            <a:lvl2pPr marL="228600" indent="-228600">
              <a:defRPr sz="1200"/>
            </a:lvl2pPr>
            <a:lvl3pPr marL="457200" indent="-228600">
              <a:defRPr sz="1200"/>
            </a:lvl3pPr>
            <a:lvl4pPr marL="685800" indent="-228600">
              <a:defRPr sz="1200"/>
            </a:lvl4pPr>
            <a:lvl5pPr marL="1143000" indent="-228600"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431AA1D-8132-F2D5-A0F5-50E08A7C2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E812CE2-6E83-826E-1F31-2C1A8018C8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864481"/>
            <a:ext cx="733425" cy="459493"/>
          </a:xfrm>
        </p:spPr>
        <p:txBody>
          <a:bodyPr lIns="0" tIns="0" rIns="0" bIns="45720" anchor="b" anchorCtr="0">
            <a:noAutofit/>
          </a:bodyPr>
          <a:lstStyle>
            <a:lvl1pPr marL="0" indent="0" algn="r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  <a:latin typeface="Instrument Sans Semi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1417842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4 Column Content Block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8FB16A5C-3C38-559D-1728-70B10865D670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3520440" y="2307362"/>
            <a:ext cx="2468880" cy="3657600"/>
          </a:xfrm>
          <a:prstGeom prst="snip1Rect">
            <a:avLst>
              <a:gd name="adj" fmla="val 15124"/>
            </a:avLst>
          </a:prstGeom>
          <a:solidFill>
            <a:schemeClr val="accent1"/>
          </a:solidFill>
          <a:ln>
            <a:noFill/>
          </a:ln>
        </p:spPr>
        <p:txBody>
          <a:bodyPr vert="horz" lIns="137160" tIns="45720" rIns="137160" bIns="45720" rtlCol="0">
            <a:noAutofit/>
          </a:bodyPr>
          <a:lstStyle>
            <a:lvl1pPr marL="342900" indent="0">
              <a:spcBef>
                <a:spcPts val="800"/>
              </a:spcBef>
              <a:buFont typeface="Arial" panose="020B0604020202020204" pitchFamily="34" charset="0"/>
              <a:buNone/>
              <a:defRPr lang="en-US" sz="1400" cap="all" baseline="0" dirty="0">
                <a:solidFill>
                  <a:schemeClr val="bg1"/>
                </a:solidFill>
                <a:latin typeface="Instrument Sans SemiBold" pitchFamily="2" charset="0"/>
              </a:defRPr>
            </a:lvl1pPr>
            <a:lvl2pPr marL="228600" indent="-228600">
              <a:spcBef>
                <a:spcPts val="800"/>
              </a:spcBef>
              <a:buClrTx/>
              <a:buFont typeface="Wingdings" panose="05000000000000000000" pitchFamily="2" charset="2"/>
              <a:buChar char="§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57200" indent="-228600">
              <a:spcBef>
                <a:spcPts val="800"/>
              </a:spcBef>
              <a:buClrTx/>
              <a:buFont typeface="Instrument Sans" pitchFamily="2" charset="0"/>
              <a:buChar char="–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5800" indent="-228600">
              <a:spcBef>
                <a:spcPts val="800"/>
              </a:spcBef>
              <a:buClrTx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14400" indent="-228600">
              <a:spcBef>
                <a:spcPts val="800"/>
              </a:spcBef>
              <a:buClrTx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6D2F7944-4B9B-6DF8-99AB-62874B091FD3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02680" y="2307362"/>
            <a:ext cx="2468880" cy="3657600"/>
          </a:xfrm>
          <a:prstGeom prst="snip1Rect">
            <a:avLst>
              <a:gd name="adj" fmla="val 15124"/>
            </a:avLst>
          </a:prstGeom>
          <a:solidFill>
            <a:schemeClr val="accent1"/>
          </a:solidFill>
          <a:ln>
            <a:noFill/>
          </a:ln>
        </p:spPr>
        <p:txBody>
          <a:bodyPr vert="horz" lIns="137160" tIns="45720" rIns="137160" bIns="45720" rtlCol="0">
            <a:noAutofit/>
          </a:bodyPr>
          <a:lstStyle>
            <a:lvl1pPr marL="342900" indent="0">
              <a:spcBef>
                <a:spcPts val="800"/>
              </a:spcBef>
              <a:buFont typeface="Arial" panose="020B0604020202020204" pitchFamily="34" charset="0"/>
              <a:buNone/>
              <a:defRPr lang="en-US" sz="1400" cap="all" baseline="0" dirty="0">
                <a:solidFill>
                  <a:schemeClr val="bg1"/>
                </a:solidFill>
                <a:latin typeface="Instrument Sans SemiBold" pitchFamily="2" charset="0"/>
              </a:defRPr>
            </a:lvl1pPr>
            <a:lvl2pPr marL="228600" indent="-228600">
              <a:spcBef>
                <a:spcPts val="800"/>
              </a:spcBef>
              <a:buClrTx/>
              <a:buFont typeface="Wingdings" panose="05000000000000000000" pitchFamily="2" charset="2"/>
              <a:buChar char="§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57200" indent="-228600">
              <a:spcBef>
                <a:spcPts val="800"/>
              </a:spcBef>
              <a:buClrTx/>
              <a:buFont typeface="Instrument Sans" pitchFamily="2" charset="0"/>
              <a:buChar char="–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5800" indent="-228600">
              <a:spcBef>
                <a:spcPts val="800"/>
              </a:spcBef>
              <a:buClrTx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14400" indent="-228600">
              <a:spcBef>
                <a:spcPts val="800"/>
              </a:spcBef>
              <a:buClrTx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506DFBE7-DF88-5F0E-6F18-42FFFC765CA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884920" y="2307362"/>
            <a:ext cx="2468880" cy="3657600"/>
          </a:xfrm>
          <a:prstGeom prst="snip1Rect">
            <a:avLst>
              <a:gd name="adj" fmla="val 15124"/>
            </a:avLst>
          </a:prstGeom>
          <a:solidFill>
            <a:schemeClr val="accent1"/>
          </a:solidFill>
          <a:ln>
            <a:noFill/>
          </a:ln>
        </p:spPr>
        <p:txBody>
          <a:bodyPr vert="horz" lIns="137160" tIns="45720" rIns="137160" bIns="45720" rtlCol="0">
            <a:noAutofit/>
          </a:bodyPr>
          <a:lstStyle>
            <a:lvl1pPr marL="342900" indent="0">
              <a:spcBef>
                <a:spcPts val="800"/>
              </a:spcBef>
              <a:buFont typeface="Arial" panose="020B0604020202020204" pitchFamily="34" charset="0"/>
              <a:buNone/>
              <a:defRPr lang="en-US" sz="1400" cap="all" baseline="0" dirty="0">
                <a:solidFill>
                  <a:schemeClr val="bg1"/>
                </a:solidFill>
                <a:latin typeface="Instrument Sans SemiBold" pitchFamily="2" charset="0"/>
              </a:defRPr>
            </a:lvl1pPr>
            <a:lvl2pPr marL="228600" indent="-228600">
              <a:spcBef>
                <a:spcPts val="800"/>
              </a:spcBef>
              <a:buClrTx/>
              <a:buFont typeface="Wingdings" panose="05000000000000000000" pitchFamily="2" charset="2"/>
              <a:buChar char="§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57200" indent="-228600">
              <a:spcBef>
                <a:spcPts val="800"/>
              </a:spcBef>
              <a:buClrTx/>
              <a:buFont typeface="Instrument Sans" pitchFamily="2" charset="0"/>
              <a:buChar char="–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5800" indent="-228600">
              <a:spcBef>
                <a:spcPts val="800"/>
              </a:spcBef>
              <a:buClrTx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14400" indent="-228600">
              <a:spcBef>
                <a:spcPts val="800"/>
              </a:spcBef>
              <a:buClrTx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4BA59-D9B2-24A1-3E4A-0FB07DA2E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30639791-8137-8792-5FB3-6411A0EB84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307362"/>
            <a:ext cx="2468880" cy="3657600"/>
          </a:xfrm>
          <a:prstGeom prst="snip1Rect">
            <a:avLst>
              <a:gd name="adj" fmla="val 15124"/>
            </a:avLst>
          </a:prstGeom>
          <a:solidFill>
            <a:schemeClr val="accent1"/>
          </a:solidFill>
          <a:ln>
            <a:noFill/>
          </a:ln>
        </p:spPr>
        <p:txBody>
          <a:bodyPr vert="horz" lIns="137160" tIns="45720" rIns="137160" bIns="45720" rtlCol="0">
            <a:noAutofit/>
          </a:bodyPr>
          <a:lstStyle>
            <a:lvl1pPr marL="342900" indent="0">
              <a:spcBef>
                <a:spcPts val="800"/>
              </a:spcBef>
              <a:buFont typeface="Arial" panose="020B0604020202020204" pitchFamily="34" charset="0"/>
              <a:buNone/>
              <a:defRPr lang="en-US" sz="1400" cap="all" baseline="0" dirty="0">
                <a:solidFill>
                  <a:schemeClr val="bg1"/>
                </a:solidFill>
                <a:latin typeface="Instrument Sans SemiBold" pitchFamily="2" charset="0"/>
              </a:defRPr>
            </a:lvl1pPr>
            <a:lvl2pPr marL="228600" indent="-228600">
              <a:spcBef>
                <a:spcPts val="800"/>
              </a:spcBef>
              <a:buClrTx/>
              <a:buFont typeface="Wingdings" panose="05000000000000000000" pitchFamily="2" charset="2"/>
              <a:buChar char="§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57200" indent="-228600">
              <a:spcBef>
                <a:spcPts val="800"/>
              </a:spcBef>
              <a:buClrTx/>
              <a:buFont typeface="Instrument Sans" pitchFamily="2" charset="0"/>
              <a:buChar char="–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5800" indent="-228600">
              <a:spcBef>
                <a:spcPts val="800"/>
              </a:spcBef>
              <a:buClrTx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14400" indent="-228600">
              <a:spcBef>
                <a:spcPts val="800"/>
              </a:spcBef>
              <a:buClrTx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45FFC85B-B792-7485-B43B-3BD80E83A3B4}"/>
              </a:ext>
            </a:extLst>
          </p:cNvPr>
          <p:cNvSpPr>
            <a:spLocks/>
          </p:cNvSpPr>
          <p:nvPr userDrawn="1"/>
        </p:nvSpPr>
        <p:spPr bwMode="auto">
          <a:xfrm>
            <a:off x="977265" y="2513013"/>
            <a:ext cx="286264" cy="219164"/>
          </a:xfrm>
          <a:custGeom>
            <a:avLst/>
            <a:gdLst>
              <a:gd name="T0" fmla="*/ 379 w 909"/>
              <a:gd name="T1" fmla="*/ 696 h 696"/>
              <a:gd name="T2" fmla="*/ 0 w 909"/>
              <a:gd name="T3" fmla="*/ 696 h 696"/>
              <a:gd name="T4" fmla="*/ 469 w 909"/>
              <a:gd name="T5" fmla="*/ 32 h 696"/>
              <a:gd name="T6" fmla="*/ 530 w 909"/>
              <a:gd name="T7" fmla="*/ 0 h 696"/>
              <a:gd name="T8" fmla="*/ 909 w 909"/>
              <a:gd name="T9" fmla="*/ 0 h 696"/>
              <a:gd name="T10" fmla="*/ 440 w 909"/>
              <a:gd name="T11" fmla="*/ 664 h 696"/>
              <a:gd name="T12" fmla="*/ 379 w 909"/>
              <a:gd name="T13" fmla="*/ 696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9" h="696">
                <a:moveTo>
                  <a:pt x="379" y="696"/>
                </a:moveTo>
                <a:cubicBezTo>
                  <a:pt x="0" y="696"/>
                  <a:pt x="0" y="696"/>
                  <a:pt x="0" y="696"/>
                </a:cubicBezTo>
                <a:cubicBezTo>
                  <a:pt x="469" y="32"/>
                  <a:pt x="469" y="32"/>
                  <a:pt x="469" y="32"/>
                </a:cubicBezTo>
                <a:cubicBezTo>
                  <a:pt x="483" y="12"/>
                  <a:pt x="506" y="0"/>
                  <a:pt x="530" y="0"/>
                </a:cubicBezTo>
                <a:cubicBezTo>
                  <a:pt x="909" y="0"/>
                  <a:pt x="909" y="0"/>
                  <a:pt x="909" y="0"/>
                </a:cubicBezTo>
                <a:cubicBezTo>
                  <a:pt x="440" y="664"/>
                  <a:pt x="440" y="664"/>
                  <a:pt x="440" y="664"/>
                </a:cubicBezTo>
                <a:cubicBezTo>
                  <a:pt x="426" y="684"/>
                  <a:pt x="404" y="696"/>
                  <a:pt x="379" y="69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noProof="0" dirty="0"/>
          </a:p>
        </p:txBody>
      </p:sp>
      <p:sp>
        <p:nvSpPr>
          <p:cNvPr id="25" name="Freeform 20">
            <a:extLst>
              <a:ext uri="{FF2B5EF4-FFF2-40B4-BE49-F238E27FC236}">
                <a16:creationId xmlns:a16="http://schemas.microsoft.com/office/drawing/2014/main" id="{D12EB9E6-900E-FF36-A90E-87124D0957BD}"/>
              </a:ext>
            </a:extLst>
          </p:cNvPr>
          <p:cNvSpPr>
            <a:spLocks/>
          </p:cNvSpPr>
          <p:nvPr userDrawn="1"/>
        </p:nvSpPr>
        <p:spPr bwMode="auto">
          <a:xfrm>
            <a:off x="9023985" y="2513013"/>
            <a:ext cx="286264" cy="219164"/>
          </a:xfrm>
          <a:custGeom>
            <a:avLst/>
            <a:gdLst>
              <a:gd name="T0" fmla="*/ 379 w 909"/>
              <a:gd name="T1" fmla="*/ 696 h 696"/>
              <a:gd name="T2" fmla="*/ 0 w 909"/>
              <a:gd name="T3" fmla="*/ 696 h 696"/>
              <a:gd name="T4" fmla="*/ 469 w 909"/>
              <a:gd name="T5" fmla="*/ 32 h 696"/>
              <a:gd name="T6" fmla="*/ 530 w 909"/>
              <a:gd name="T7" fmla="*/ 0 h 696"/>
              <a:gd name="T8" fmla="*/ 909 w 909"/>
              <a:gd name="T9" fmla="*/ 0 h 696"/>
              <a:gd name="T10" fmla="*/ 440 w 909"/>
              <a:gd name="T11" fmla="*/ 664 h 696"/>
              <a:gd name="T12" fmla="*/ 379 w 909"/>
              <a:gd name="T13" fmla="*/ 696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9" h="696">
                <a:moveTo>
                  <a:pt x="379" y="696"/>
                </a:moveTo>
                <a:cubicBezTo>
                  <a:pt x="0" y="696"/>
                  <a:pt x="0" y="696"/>
                  <a:pt x="0" y="696"/>
                </a:cubicBezTo>
                <a:cubicBezTo>
                  <a:pt x="469" y="32"/>
                  <a:pt x="469" y="32"/>
                  <a:pt x="469" y="32"/>
                </a:cubicBezTo>
                <a:cubicBezTo>
                  <a:pt x="483" y="12"/>
                  <a:pt x="506" y="0"/>
                  <a:pt x="530" y="0"/>
                </a:cubicBezTo>
                <a:cubicBezTo>
                  <a:pt x="909" y="0"/>
                  <a:pt x="909" y="0"/>
                  <a:pt x="909" y="0"/>
                </a:cubicBezTo>
                <a:cubicBezTo>
                  <a:pt x="440" y="664"/>
                  <a:pt x="440" y="664"/>
                  <a:pt x="440" y="664"/>
                </a:cubicBezTo>
                <a:cubicBezTo>
                  <a:pt x="426" y="684"/>
                  <a:pt x="404" y="696"/>
                  <a:pt x="379" y="69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noProof="0" dirty="0"/>
          </a:p>
        </p:txBody>
      </p:sp>
      <p:sp>
        <p:nvSpPr>
          <p:cNvPr id="31" name="Freeform 20">
            <a:extLst>
              <a:ext uri="{FF2B5EF4-FFF2-40B4-BE49-F238E27FC236}">
                <a16:creationId xmlns:a16="http://schemas.microsoft.com/office/drawing/2014/main" id="{2AFE655B-312B-0C28-AA42-CA3062685169}"/>
              </a:ext>
            </a:extLst>
          </p:cNvPr>
          <p:cNvSpPr>
            <a:spLocks/>
          </p:cNvSpPr>
          <p:nvPr userDrawn="1"/>
        </p:nvSpPr>
        <p:spPr bwMode="auto">
          <a:xfrm>
            <a:off x="6334125" y="2513013"/>
            <a:ext cx="286264" cy="219164"/>
          </a:xfrm>
          <a:custGeom>
            <a:avLst/>
            <a:gdLst>
              <a:gd name="T0" fmla="*/ 379 w 909"/>
              <a:gd name="T1" fmla="*/ 696 h 696"/>
              <a:gd name="T2" fmla="*/ 0 w 909"/>
              <a:gd name="T3" fmla="*/ 696 h 696"/>
              <a:gd name="T4" fmla="*/ 469 w 909"/>
              <a:gd name="T5" fmla="*/ 32 h 696"/>
              <a:gd name="T6" fmla="*/ 530 w 909"/>
              <a:gd name="T7" fmla="*/ 0 h 696"/>
              <a:gd name="T8" fmla="*/ 909 w 909"/>
              <a:gd name="T9" fmla="*/ 0 h 696"/>
              <a:gd name="T10" fmla="*/ 440 w 909"/>
              <a:gd name="T11" fmla="*/ 664 h 696"/>
              <a:gd name="T12" fmla="*/ 379 w 909"/>
              <a:gd name="T13" fmla="*/ 696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9" h="696">
                <a:moveTo>
                  <a:pt x="379" y="696"/>
                </a:moveTo>
                <a:cubicBezTo>
                  <a:pt x="0" y="696"/>
                  <a:pt x="0" y="696"/>
                  <a:pt x="0" y="696"/>
                </a:cubicBezTo>
                <a:cubicBezTo>
                  <a:pt x="469" y="32"/>
                  <a:pt x="469" y="32"/>
                  <a:pt x="469" y="32"/>
                </a:cubicBezTo>
                <a:cubicBezTo>
                  <a:pt x="483" y="12"/>
                  <a:pt x="506" y="0"/>
                  <a:pt x="530" y="0"/>
                </a:cubicBezTo>
                <a:cubicBezTo>
                  <a:pt x="909" y="0"/>
                  <a:pt x="909" y="0"/>
                  <a:pt x="909" y="0"/>
                </a:cubicBezTo>
                <a:cubicBezTo>
                  <a:pt x="440" y="664"/>
                  <a:pt x="440" y="664"/>
                  <a:pt x="440" y="664"/>
                </a:cubicBezTo>
                <a:cubicBezTo>
                  <a:pt x="426" y="684"/>
                  <a:pt x="404" y="696"/>
                  <a:pt x="379" y="69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noProof="0" dirty="0"/>
          </a:p>
        </p:txBody>
      </p:sp>
      <p:sp>
        <p:nvSpPr>
          <p:cNvPr id="33" name="Freeform 20">
            <a:extLst>
              <a:ext uri="{FF2B5EF4-FFF2-40B4-BE49-F238E27FC236}">
                <a16:creationId xmlns:a16="http://schemas.microsoft.com/office/drawing/2014/main" id="{3E343042-356D-1327-0A72-B4826AD25D8B}"/>
              </a:ext>
            </a:extLst>
          </p:cNvPr>
          <p:cNvSpPr>
            <a:spLocks/>
          </p:cNvSpPr>
          <p:nvPr userDrawn="1"/>
        </p:nvSpPr>
        <p:spPr bwMode="auto">
          <a:xfrm>
            <a:off x="3651885" y="2513013"/>
            <a:ext cx="286264" cy="219164"/>
          </a:xfrm>
          <a:custGeom>
            <a:avLst/>
            <a:gdLst>
              <a:gd name="T0" fmla="*/ 379 w 909"/>
              <a:gd name="T1" fmla="*/ 696 h 696"/>
              <a:gd name="T2" fmla="*/ 0 w 909"/>
              <a:gd name="T3" fmla="*/ 696 h 696"/>
              <a:gd name="T4" fmla="*/ 469 w 909"/>
              <a:gd name="T5" fmla="*/ 32 h 696"/>
              <a:gd name="T6" fmla="*/ 530 w 909"/>
              <a:gd name="T7" fmla="*/ 0 h 696"/>
              <a:gd name="T8" fmla="*/ 909 w 909"/>
              <a:gd name="T9" fmla="*/ 0 h 696"/>
              <a:gd name="T10" fmla="*/ 440 w 909"/>
              <a:gd name="T11" fmla="*/ 664 h 696"/>
              <a:gd name="T12" fmla="*/ 379 w 909"/>
              <a:gd name="T13" fmla="*/ 696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9" h="696">
                <a:moveTo>
                  <a:pt x="379" y="696"/>
                </a:moveTo>
                <a:cubicBezTo>
                  <a:pt x="0" y="696"/>
                  <a:pt x="0" y="696"/>
                  <a:pt x="0" y="696"/>
                </a:cubicBezTo>
                <a:cubicBezTo>
                  <a:pt x="469" y="32"/>
                  <a:pt x="469" y="32"/>
                  <a:pt x="469" y="32"/>
                </a:cubicBezTo>
                <a:cubicBezTo>
                  <a:pt x="483" y="12"/>
                  <a:pt x="506" y="0"/>
                  <a:pt x="530" y="0"/>
                </a:cubicBezTo>
                <a:cubicBezTo>
                  <a:pt x="909" y="0"/>
                  <a:pt x="909" y="0"/>
                  <a:pt x="909" y="0"/>
                </a:cubicBezTo>
                <a:cubicBezTo>
                  <a:pt x="440" y="664"/>
                  <a:pt x="440" y="664"/>
                  <a:pt x="440" y="664"/>
                </a:cubicBezTo>
                <a:cubicBezTo>
                  <a:pt x="426" y="684"/>
                  <a:pt x="404" y="696"/>
                  <a:pt x="379" y="69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noProof="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9C5D203-89B6-04B2-56AF-E7E3FA009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8C28C4-6F56-2B01-FD95-19CAEB95F7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864481"/>
            <a:ext cx="733425" cy="459493"/>
          </a:xfrm>
        </p:spPr>
        <p:txBody>
          <a:bodyPr lIns="0" tIns="0" rIns="0" bIns="45720" anchor="b" anchorCtr="0">
            <a:noAutofit/>
          </a:bodyPr>
          <a:lstStyle>
            <a:lvl1pPr marL="0" indent="0" algn="r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  <a:latin typeface="Instrument Sans Semi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28812045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7AF557-3314-7271-3CAC-D0635ACFD1DF}"/>
              </a:ext>
            </a:extLst>
          </p:cNvPr>
          <p:cNvSpPr/>
          <p:nvPr userDrawn="1"/>
        </p:nvSpPr>
        <p:spPr>
          <a:xfrm>
            <a:off x="0" y="1231900"/>
            <a:ext cx="1155700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2FEB71F-B9FE-67A9-C0B8-4D8DA3AED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200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 III (No Content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89116-6270-DBC2-D8B7-766CBDD427D4}"/>
              </a:ext>
            </a:extLst>
          </p:cNvPr>
          <p:cNvSpPr/>
          <p:nvPr userDrawn="1"/>
        </p:nvSpPr>
        <p:spPr>
          <a:xfrm>
            <a:off x="0" y="1231900"/>
            <a:ext cx="1155700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0BF5F6-29D6-87C1-77E9-2F60B52A2162}"/>
              </a:ext>
            </a:extLst>
          </p:cNvPr>
          <p:cNvSpPr/>
          <p:nvPr userDrawn="1"/>
        </p:nvSpPr>
        <p:spPr>
          <a:xfrm>
            <a:off x="1" y="0"/>
            <a:ext cx="46672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3C26CB63-8A6D-D0B9-9510-A826B6B0B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25539" y="2162086"/>
            <a:ext cx="3930353" cy="353301"/>
          </a:xfrm>
        </p:spPr>
        <p:txBody>
          <a:bodyPr anchor="ctr" anchorCtr="0">
            <a:normAutofit/>
          </a:bodyPr>
          <a:lstStyle>
            <a:lvl1pPr marL="0" algn="r" defTabSz="914400" rtl="0" eaLnBrk="1" latinLnBrk="0" hangingPunct="1">
              <a:defRPr lang="en-US" sz="1200" kern="1200" dirty="0">
                <a:solidFill>
                  <a:schemeClr val="bg1"/>
                </a:solidFill>
                <a:latin typeface="Instrument Sans Medium" pitchFamily="2" charset="0"/>
                <a:ea typeface="+mn-ea"/>
                <a:cs typeface="+mn-cs"/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76568-7706-3493-467F-84A32A0E4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169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931F8AD-A558-196E-6173-4151AAB5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800"/>
            <a:ext cx="10515600" cy="91281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95FCFC-6F93-38E5-AB5C-8A1754E8DCEB}"/>
              </a:ext>
            </a:extLst>
          </p:cNvPr>
          <p:cNvSpPr/>
          <p:nvPr userDrawn="1"/>
        </p:nvSpPr>
        <p:spPr>
          <a:xfrm>
            <a:off x="1" y="0"/>
            <a:ext cx="46672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EC1298-19C9-D449-4AC9-43BF976F036C}"/>
              </a:ext>
            </a:extLst>
          </p:cNvPr>
          <p:cNvCxnSpPr>
            <a:cxnSpLocks/>
          </p:cNvCxnSpPr>
          <p:nvPr userDrawn="1"/>
        </p:nvCxnSpPr>
        <p:spPr>
          <a:xfrm>
            <a:off x="0" y="1422430"/>
            <a:ext cx="1135380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8237A0E-88E2-156E-9CC2-D17FA5F37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770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62">
          <p15:clr>
            <a:srgbClr val="FBAE40"/>
          </p15:clr>
        </p15:guide>
        <p15:guide id="2" pos="528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Header Dark Green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4A771B0-08AA-7CE7-789C-E91D8D1C4C49}"/>
              </a:ext>
            </a:extLst>
          </p:cNvPr>
          <p:cNvSpPr/>
          <p:nvPr userDrawn="1"/>
        </p:nvSpPr>
        <p:spPr>
          <a:xfrm>
            <a:off x="0" y="937999"/>
            <a:ext cx="1155700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84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3292AD-080B-B84F-E7E8-F7AC7F1519FF}"/>
              </a:ext>
            </a:extLst>
          </p:cNvPr>
          <p:cNvSpPr/>
          <p:nvPr userDrawn="1"/>
        </p:nvSpPr>
        <p:spPr>
          <a:xfrm>
            <a:off x="375461" y="6156802"/>
            <a:ext cx="2607021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84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1ED7E-19CE-CA92-4329-8522D356BAAC}"/>
              </a:ext>
            </a:extLst>
          </p:cNvPr>
          <p:cNvSpPr/>
          <p:nvPr userDrawn="1"/>
        </p:nvSpPr>
        <p:spPr>
          <a:xfrm>
            <a:off x="1" y="2"/>
            <a:ext cx="246973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84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3B8A2-89A6-2CF8-A68E-CAA141F98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999" y="2046537"/>
            <a:ext cx="8504802" cy="757130"/>
          </a:xfrm>
        </p:spPr>
        <p:txBody>
          <a:bodyPr anchor="b" anchorCtr="0">
            <a:spAutoFit/>
          </a:bodyPr>
          <a:lstStyle>
            <a:lvl1pPr>
              <a:defRPr sz="4600"/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8C1B712-1A23-6B7F-66E1-B6205F4DD1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11" y="1663331"/>
            <a:ext cx="1732204" cy="1234890"/>
          </a:xfrm>
        </p:spPr>
        <p:txBody>
          <a:bodyPr lIns="0" tIns="0" rIns="0" bIns="45720" anchor="b" anchorCtr="0">
            <a:spAutoFit/>
          </a:bodyPr>
          <a:lstStyle>
            <a:lvl1pPr marL="0" indent="0" algn="r">
              <a:buNone/>
              <a:defRPr sz="7500">
                <a:solidFill>
                  <a:schemeClr val="accent1">
                    <a:lumMod val="40000"/>
                    <a:lumOff val="60000"/>
                  </a:schemeClr>
                </a:solidFill>
                <a:latin typeface="Instrument Sans SemiBold" pitchFamily="2" charset="0"/>
              </a:defRPr>
            </a:lvl1pPr>
            <a:lvl2pPr marL="363729" indent="0">
              <a:buNone/>
              <a:defRPr/>
            </a:lvl2pPr>
            <a:lvl3pPr marL="727457" indent="0">
              <a:buNone/>
              <a:defRPr/>
            </a:lvl3pPr>
            <a:lvl4pPr marL="1091187" indent="0">
              <a:buNone/>
              <a:defRPr/>
            </a:lvl4pPr>
            <a:lvl5pPr marL="1454917" indent="0">
              <a:buNone/>
              <a:defRPr/>
            </a:lvl5pPr>
          </a:lstStyle>
          <a:p>
            <a:pPr lvl="0"/>
            <a:r>
              <a:rPr lang="en-AU" noProof="0" dirty="0"/>
              <a:t>01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3BB1C2A-0130-B0C4-231F-108E44C85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8999" y="3080342"/>
            <a:ext cx="8504802" cy="441018"/>
          </a:xfrm>
        </p:spPr>
        <p:txBody>
          <a:bodyPr>
            <a:spAutoFit/>
          </a:bodyPr>
          <a:lstStyle>
            <a:lvl1pPr marL="0" indent="0">
              <a:buNone/>
              <a:defRPr sz="2200">
                <a:solidFill>
                  <a:schemeClr val="accent2"/>
                </a:solidFill>
                <a:latin typeface="Instrument Sans SemiBold" pitchFamily="2" charset="0"/>
              </a:defRPr>
            </a:lvl1pPr>
            <a:lvl2pPr marL="363729" indent="0">
              <a:buNone/>
              <a:defRPr sz="1591">
                <a:solidFill>
                  <a:schemeClr val="tx1">
                    <a:tint val="75000"/>
                  </a:schemeClr>
                </a:solidFill>
              </a:defRPr>
            </a:lvl2pPr>
            <a:lvl3pPr marL="727457" indent="0">
              <a:buNone/>
              <a:defRPr sz="1432">
                <a:solidFill>
                  <a:schemeClr val="tx1">
                    <a:tint val="75000"/>
                  </a:schemeClr>
                </a:solidFill>
              </a:defRPr>
            </a:lvl3pPr>
            <a:lvl4pPr marL="1091187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4pPr>
            <a:lvl5pPr marL="1454917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5pPr>
            <a:lvl6pPr marL="1818645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6pPr>
            <a:lvl7pPr marL="2182374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7pPr>
            <a:lvl8pPr marL="2546103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8pPr>
            <a:lvl9pPr marL="2909831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854B7A-BCFB-F347-1026-30B09E97335C}"/>
              </a:ext>
            </a:extLst>
          </p:cNvPr>
          <p:cNvCxnSpPr>
            <a:cxnSpLocks/>
          </p:cNvCxnSpPr>
          <p:nvPr userDrawn="1"/>
        </p:nvCxnSpPr>
        <p:spPr>
          <a:xfrm>
            <a:off x="3" y="2910472"/>
            <a:ext cx="1135380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>
            <a:extLst>
              <a:ext uri="{FF2B5EF4-FFF2-40B4-BE49-F238E27FC236}">
                <a16:creationId xmlns:a16="http://schemas.microsoft.com/office/drawing/2014/main" id="{4BEF7479-7529-62A2-C92A-CAB4CDDB5D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257" y="6341797"/>
            <a:ext cx="19113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8B34A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231F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231F20"/>
                  </a:outerShdw>
                </a:effectLst>
              </a14:hiddenEffects>
            </a:ext>
          </a:extLst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6F77B58-3D94-3F3C-8C7A-F0BAFF45B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2516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3D37431-774B-1FD1-D06B-979BC1ABF98B}"/>
              </a:ext>
            </a:extLst>
          </p:cNvPr>
          <p:cNvSpPr/>
          <p:nvPr userDrawn="1"/>
        </p:nvSpPr>
        <p:spPr>
          <a:xfrm>
            <a:off x="0" y="6007100"/>
            <a:ext cx="11557000" cy="850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7AF557-3314-7271-3CAC-D0635ACFD1DF}"/>
              </a:ext>
            </a:extLst>
          </p:cNvPr>
          <p:cNvSpPr/>
          <p:nvPr userDrawn="1"/>
        </p:nvSpPr>
        <p:spPr>
          <a:xfrm>
            <a:off x="0" y="1231900"/>
            <a:ext cx="1155700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1E4F18-8D90-50C0-E2AE-AAE965F62194}"/>
              </a:ext>
            </a:extLst>
          </p:cNvPr>
          <p:cNvGrpSpPr/>
          <p:nvPr userDrawn="1"/>
        </p:nvGrpSpPr>
        <p:grpSpPr>
          <a:xfrm>
            <a:off x="6704778" y="3124200"/>
            <a:ext cx="5487222" cy="3733800"/>
            <a:chOff x="4630738" y="1712912"/>
            <a:chExt cx="7561262" cy="5145088"/>
          </a:xfrm>
        </p:grpSpPr>
        <p:pic>
          <p:nvPicPr>
            <p:cNvPr id="2" name="Picture 18">
              <a:extLst>
                <a:ext uri="{FF2B5EF4-FFF2-40B4-BE49-F238E27FC236}">
                  <a16:creationId xmlns:a16="http://schemas.microsoft.com/office/drawing/2014/main" id="{84BFA8D2-F5CB-EDBE-B2AD-383B0D5A9FB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7975" y="1712912"/>
              <a:ext cx="6804025" cy="51450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8B34A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231F2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231F20"/>
                    </a:outerShdw>
                  </a:effectLst>
                </a14:hiddenEffects>
              </a:ext>
            </a:extLst>
          </p:spPr>
        </p:pic>
        <p:sp>
          <p:nvSpPr>
            <p:cNvPr id="3" name="Freeform 20">
              <a:extLst>
                <a:ext uri="{FF2B5EF4-FFF2-40B4-BE49-F238E27FC236}">
                  <a16:creationId xmlns:a16="http://schemas.microsoft.com/office/drawing/2014/main" id="{DA0A4B0E-73E9-F98D-84B3-7533D92780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0738" y="5183187"/>
              <a:ext cx="2187575" cy="1674813"/>
            </a:xfrm>
            <a:custGeom>
              <a:avLst/>
              <a:gdLst>
                <a:gd name="T0" fmla="*/ 379 w 909"/>
                <a:gd name="T1" fmla="*/ 696 h 696"/>
                <a:gd name="T2" fmla="*/ 0 w 909"/>
                <a:gd name="T3" fmla="*/ 696 h 696"/>
                <a:gd name="T4" fmla="*/ 469 w 909"/>
                <a:gd name="T5" fmla="*/ 32 h 696"/>
                <a:gd name="T6" fmla="*/ 530 w 909"/>
                <a:gd name="T7" fmla="*/ 0 h 696"/>
                <a:gd name="T8" fmla="*/ 909 w 909"/>
                <a:gd name="T9" fmla="*/ 0 h 696"/>
                <a:gd name="T10" fmla="*/ 440 w 909"/>
                <a:gd name="T11" fmla="*/ 664 h 696"/>
                <a:gd name="T12" fmla="*/ 379 w 909"/>
                <a:gd name="T13" fmla="*/ 696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9" h="696">
                  <a:moveTo>
                    <a:pt x="379" y="696"/>
                  </a:moveTo>
                  <a:cubicBezTo>
                    <a:pt x="0" y="696"/>
                    <a:pt x="0" y="696"/>
                    <a:pt x="0" y="696"/>
                  </a:cubicBezTo>
                  <a:cubicBezTo>
                    <a:pt x="469" y="32"/>
                    <a:pt x="469" y="32"/>
                    <a:pt x="469" y="32"/>
                  </a:cubicBezTo>
                  <a:cubicBezTo>
                    <a:pt x="483" y="12"/>
                    <a:pt x="506" y="0"/>
                    <a:pt x="530" y="0"/>
                  </a:cubicBezTo>
                  <a:cubicBezTo>
                    <a:pt x="909" y="0"/>
                    <a:pt x="909" y="0"/>
                    <a:pt x="909" y="0"/>
                  </a:cubicBezTo>
                  <a:cubicBezTo>
                    <a:pt x="440" y="664"/>
                    <a:pt x="440" y="664"/>
                    <a:pt x="440" y="664"/>
                  </a:cubicBezTo>
                  <a:cubicBezTo>
                    <a:pt x="426" y="684"/>
                    <a:pt x="404" y="696"/>
                    <a:pt x="379" y="696"/>
                  </a:cubicBezTo>
                </a:path>
              </a:pathLst>
            </a:custGeom>
            <a:solidFill>
              <a:srgbClr val="38B3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4" name="Picture 3">
            <a:extLst>
              <a:ext uri="{FF2B5EF4-FFF2-40B4-BE49-F238E27FC236}">
                <a16:creationId xmlns:a16="http://schemas.microsoft.com/office/drawing/2014/main" id="{D250147A-76C0-04CF-4791-4846FCAC93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403" y="1133475"/>
            <a:ext cx="19113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8B34A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231F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231F20"/>
                  </a:outerShdw>
                </a:effectLst>
              </a14:hiddenEffects>
            </a:ext>
          </a:extLst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778F72-35BD-4965-3294-3113442BF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300" y="6238431"/>
            <a:ext cx="3543300" cy="273940"/>
          </a:xfrm>
        </p:spPr>
        <p:txBody>
          <a:bodyPr/>
          <a:lstStyle>
            <a:lvl1pPr algn="l">
              <a:defRPr/>
            </a:lvl1pPr>
          </a:lstStyle>
          <a:p>
            <a:r>
              <a:rPr lang="en-AU" noProof="0"/>
              <a:t> </a:t>
            </a:r>
            <a:r>
              <a:rPr lang="en-AU" altLang="en-US" noProof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</a:t>
            </a:r>
            <a:endParaRPr lang="en-AU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0477BB-F6A3-61CF-ACED-975930C3ACD0}"/>
              </a:ext>
            </a:extLst>
          </p:cNvPr>
          <p:cNvSpPr txBox="1"/>
          <p:nvPr userDrawn="1"/>
        </p:nvSpPr>
        <p:spPr>
          <a:xfrm>
            <a:off x="1003300" y="1638300"/>
            <a:ext cx="4310372" cy="2123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140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National Office</a:t>
            </a:r>
          </a:p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140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Level 2</a:t>
            </a:r>
          </a:p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140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383 George Street</a:t>
            </a:r>
          </a:p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140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Sydney NSW 2000</a:t>
            </a:r>
          </a:p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140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  </a:t>
            </a:r>
          </a:p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endParaRPr lang="en-US" sz="1400" kern="140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140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  </a:t>
            </a:r>
          </a:p>
          <a:p>
            <a:pPr marL="0" marR="0" indent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140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hello@            .com.au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366087-F82A-DD36-B520-00D485297B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195" y="3545682"/>
            <a:ext cx="363538" cy="10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8B34A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231F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231F2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911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08EF7-3E1F-0150-6E96-AA6BA8B55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Instrument Sans" pitchFamily="2" charset="0"/>
              </a:defRPr>
            </a:lvl1pPr>
          </a:lstStyle>
          <a:p>
            <a:r>
              <a:rPr lang="en-AU" noProof="0" dirty="0"/>
              <a:t>  </a:t>
            </a:r>
            <a:r>
              <a:rPr lang="en-AU" altLang="en-US" noProof="0" dirty="0"/>
              <a:t>Presentation Title Goes Here    |   </a:t>
            </a:r>
            <a:r>
              <a:rPr lang="en-AU" altLang="en-US" noProof="0" dirty="0" err="1"/>
              <a:t>Mmm</a:t>
            </a:r>
            <a:r>
              <a:rPr lang="en-AU" altLang="en-US" noProof="0" dirty="0"/>
              <a:t> YYYY    |    </a:t>
            </a:r>
            <a:fld id="{258E90BC-2E01-4359-AED7-5849BC58C23B}" type="slidenum">
              <a:rPr lang="en-AU" noProof="0" smtClean="0">
                <a:latin typeface="Instrument Sans Medium" pitchFamily="2" charset="0"/>
              </a:rPr>
              <a:pPr/>
              <a:t>‹#›</a:t>
            </a:fld>
            <a:endParaRPr lang="en-AU" noProof="0" dirty="0">
              <a:latin typeface="Instrument Sans Medium" pitchFamily="2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CBA7E0-B73B-928F-4748-AFAAFEE46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CAC16-CDFF-A18B-363E-B7A69CB5B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3213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First level</a:t>
            </a:r>
          </a:p>
          <a:p>
            <a:pPr lvl="2"/>
            <a:r>
              <a:rPr lang="en-AU" noProof="0" dirty="0"/>
              <a:t>Second level</a:t>
            </a:r>
          </a:p>
          <a:p>
            <a:pPr lvl="3"/>
            <a:r>
              <a:rPr lang="en-AU" noProof="0" dirty="0"/>
              <a:t>Third level</a:t>
            </a:r>
          </a:p>
          <a:p>
            <a:pPr lvl="4"/>
            <a:r>
              <a:rPr lang="en-AU" noProof="0" dirty="0"/>
              <a:t>Fourth level</a:t>
            </a:r>
          </a:p>
          <a:p>
            <a:pPr lvl="4"/>
            <a:endParaRPr lang="en-AU" noProof="0" dirty="0"/>
          </a:p>
          <a:p>
            <a:pPr lvl="4"/>
            <a:endParaRPr lang="en-AU" noProof="0" dirty="0"/>
          </a:p>
          <a:p>
            <a:pPr lvl="4"/>
            <a:endParaRPr lang="en-AU" noProof="0" dirty="0"/>
          </a:p>
          <a:p>
            <a:pPr lvl="4"/>
            <a:endParaRPr lang="en-AU" noProof="0" dirty="0"/>
          </a:p>
          <a:p>
            <a:pPr lvl="4"/>
            <a:endParaRPr lang="en-AU" noProof="0" dirty="0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4B3C8835-2C38-92AB-C7AC-A26F8189D3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53" y="6341797"/>
            <a:ext cx="19113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8B34A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231F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231F20"/>
                  </a:outerShdw>
                </a:effectLst>
              </a14:hiddenEffects>
            </a:ext>
          </a:extLst>
        </p:spPr>
      </p:pic>
      <p:grpSp>
        <p:nvGrpSpPr>
          <p:cNvPr id="9" name="Group 5">
            <a:extLst>
              <a:ext uri="{FF2B5EF4-FFF2-40B4-BE49-F238E27FC236}">
                <a16:creationId xmlns:a16="http://schemas.microsoft.com/office/drawing/2014/main" id="{EC6CD35D-CD99-08DD-8956-545D5E254F4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917113" y="0"/>
            <a:ext cx="2274887" cy="427037"/>
            <a:chOff x="113652524" y="108333187"/>
            <a:chExt cx="6198129" cy="1161583"/>
          </a:xfrm>
        </p:grpSpPr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9DFC1C72-232A-36C9-12EC-0198C5C859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3652524" y="108333187"/>
              <a:ext cx="6198129" cy="1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8DB5819-F300-32FA-60A0-5D5BC8CAB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655894" y="108336550"/>
              <a:ext cx="826008" cy="1155193"/>
            </a:xfrm>
            <a:custGeom>
              <a:avLst/>
              <a:gdLst>
                <a:gd name="T0" fmla="*/ 0 w 826008"/>
                <a:gd name="T1" fmla="*/ 1155193 h 1155193"/>
                <a:gd name="T2" fmla="*/ 15907 w 826008"/>
                <a:gd name="T3" fmla="*/ 1155193 h 1155193"/>
                <a:gd name="T4" fmla="*/ 826008 w 826008"/>
                <a:gd name="T5" fmla="*/ 0 h 1155193"/>
                <a:gd name="T6" fmla="*/ 811720 w 826008"/>
                <a:gd name="T7" fmla="*/ 0 h 1155193"/>
                <a:gd name="T8" fmla="*/ 0 w 826008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6008" h="1155193">
                  <a:moveTo>
                    <a:pt x="0" y="1155193"/>
                  </a:moveTo>
                  <a:lnTo>
                    <a:pt x="15907" y="1155193"/>
                  </a:lnTo>
                  <a:lnTo>
                    <a:pt x="826008" y="0"/>
                  </a:lnTo>
                  <a:lnTo>
                    <a:pt x="811720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DE54827-6A25-22EC-A7E1-B5027D60B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088710" y="108336550"/>
              <a:ext cx="838200" cy="1155193"/>
            </a:xfrm>
            <a:custGeom>
              <a:avLst/>
              <a:gdLst>
                <a:gd name="T0" fmla="*/ 0 w 838200"/>
                <a:gd name="T1" fmla="*/ 1155193 h 1155193"/>
                <a:gd name="T2" fmla="*/ 30194 w 838200"/>
                <a:gd name="T3" fmla="*/ 1155193 h 1155193"/>
                <a:gd name="T4" fmla="*/ 838200 w 838200"/>
                <a:gd name="T5" fmla="*/ 0 h 1155193"/>
                <a:gd name="T6" fmla="*/ 808101 w 838200"/>
                <a:gd name="T7" fmla="*/ 0 h 1155193"/>
                <a:gd name="T8" fmla="*/ 0 w 838200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8200" h="1155193">
                  <a:moveTo>
                    <a:pt x="0" y="1155193"/>
                  </a:moveTo>
                  <a:lnTo>
                    <a:pt x="30194" y="1155193"/>
                  </a:lnTo>
                  <a:lnTo>
                    <a:pt x="838200" y="0"/>
                  </a:lnTo>
                  <a:lnTo>
                    <a:pt x="808101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C42E27A-903D-848B-9259-3BBB921F9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20002" y="108336550"/>
              <a:ext cx="854964" cy="1155193"/>
            </a:xfrm>
            <a:custGeom>
              <a:avLst/>
              <a:gdLst>
                <a:gd name="T0" fmla="*/ 0 w 854964"/>
                <a:gd name="T1" fmla="*/ 1155193 h 1155193"/>
                <a:gd name="T2" fmla="*/ 49244 w 854964"/>
                <a:gd name="T3" fmla="*/ 1155193 h 1155193"/>
                <a:gd name="T4" fmla="*/ 854964 w 854964"/>
                <a:gd name="T5" fmla="*/ 0 h 1155193"/>
                <a:gd name="T6" fmla="*/ 805815 w 854964"/>
                <a:gd name="T7" fmla="*/ 0 h 1155193"/>
                <a:gd name="T8" fmla="*/ 0 w 854964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964" h="1155193">
                  <a:moveTo>
                    <a:pt x="0" y="1155193"/>
                  </a:moveTo>
                  <a:lnTo>
                    <a:pt x="49244" y="1155193"/>
                  </a:lnTo>
                  <a:lnTo>
                    <a:pt x="854964" y="0"/>
                  </a:lnTo>
                  <a:lnTo>
                    <a:pt x="805815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5238CE49-AA75-3435-65FF-FE01B895D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49770" y="108336550"/>
              <a:ext cx="874776" cy="1155193"/>
            </a:xfrm>
            <a:custGeom>
              <a:avLst/>
              <a:gdLst>
                <a:gd name="T0" fmla="*/ 0 w 874776"/>
                <a:gd name="T1" fmla="*/ 1155193 h 1155193"/>
                <a:gd name="T2" fmla="*/ 63532 w 874776"/>
                <a:gd name="T3" fmla="*/ 1155193 h 1155193"/>
                <a:gd name="T4" fmla="*/ 874776 w 874776"/>
                <a:gd name="T5" fmla="*/ 0 h 1155193"/>
                <a:gd name="T6" fmla="*/ 809720 w 874776"/>
                <a:gd name="T7" fmla="*/ 0 h 1155193"/>
                <a:gd name="T8" fmla="*/ 0 w 874776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4776" h="1155193">
                  <a:moveTo>
                    <a:pt x="0" y="1155193"/>
                  </a:moveTo>
                  <a:lnTo>
                    <a:pt x="63532" y="1155193"/>
                  </a:lnTo>
                  <a:lnTo>
                    <a:pt x="874776" y="0"/>
                  </a:lnTo>
                  <a:lnTo>
                    <a:pt x="809720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B669E83-C54E-6A69-E30E-9CF58A03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82586" y="108336550"/>
              <a:ext cx="886968" cy="1155193"/>
            </a:xfrm>
            <a:custGeom>
              <a:avLst/>
              <a:gdLst>
                <a:gd name="T0" fmla="*/ 0 w 886968"/>
                <a:gd name="T1" fmla="*/ 1155193 h 1155193"/>
                <a:gd name="T2" fmla="*/ 79534 w 886968"/>
                <a:gd name="T3" fmla="*/ 1155193 h 1155193"/>
                <a:gd name="T4" fmla="*/ 886968 w 886968"/>
                <a:gd name="T5" fmla="*/ 0 h 1155193"/>
                <a:gd name="T6" fmla="*/ 807529 w 886968"/>
                <a:gd name="T7" fmla="*/ 0 h 1155193"/>
                <a:gd name="T8" fmla="*/ 0 w 886968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6968" h="1155193">
                  <a:moveTo>
                    <a:pt x="0" y="1155193"/>
                  </a:moveTo>
                  <a:lnTo>
                    <a:pt x="79534" y="1155193"/>
                  </a:lnTo>
                  <a:lnTo>
                    <a:pt x="886968" y="0"/>
                  </a:lnTo>
                  <a:lnTo>
                    <a:pt x="807529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78D8876-94B2-5297-BEA0-5BB313C5B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13878" y="108336550"/>
              <a:ext cx="903732" cy="1155193"/>
            </a:xfrm>
            <a:custGeom>
              <a:avLst/>
              <a:gdLst>
                <a:gd name="T0" fmla="*/ 0 w 903732"/>
                <a:gd name="T1" fmla="*/ 1155193 h 1155193"/>
                <a:gd name="T2" fmla="*/ 93631 w 903732"/>
                <a:gd name="T3" fmla="*/ 1155193 h 1155193"/>
                <a:gd name="T4" fmla="*/ 903732 w 903732"/>
                <a:gd name="T5" fmla="*/ 0 h 1155193"/>
                <a:gd name="T6" fmla="*/ 808672 w 903732"/>
                <a:gd name="T7" fmla="*/ 0 h 1155193"/>
                <a:gd name="T8" fmla="*/ 0 w 903732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3732" h="1155193">
                  <a:moveTo>
                    <a:pt x="0" y="1155193"/>
                  </a:moveTo>
                  <a:lnTo>
                    <a:pt x="93631" y="1155193"/>
                  </a:lnTo>
                  <a:lnTo>
                    <a:pt x="903732" y="0"/>
                  </a:lnTo>
                  <a:lnTo>
                    <a:pt x="808672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8BBA2D1-B140-8059-E81F-2D1705CEF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46694" y="108336550"/>
              <a:ext cx="918972" cy="1155193"/>
            </a:xfrm>
            <a:custGeom>
              <a:avLst/>
              <a:gdLst>
                <a:gd name="T0" fmla="*/ 0 w 918972"/>
                <a:gd name="T1" fmla="*/ 1155193 h 1155193"/>
                <a:gd name="T2" fmla="*/ 109537 w 918972"/>
                <a:gd name="T3" fmla="*/ 1155193 h 1155193"/>
                <a:gd name="T4" fmla="*/ 918972 w 918972"/>
                <a:gd name="T5" fmla="*/ 0 h 1155193"/>
                <a:gd name="T6" fmla="*/ 806386 w 918972"/>
                <a:gd name="T7" fmla="*/ 0 h 1155193"/>
                <a:gd name="T8" fmla="*/ 0 w 918972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8972" h="1155193">
                  <a:moveTo>
                    <a:pt x="0" y="1155193"/>
                  </a:moveTo>
                  <a:lnTo>
                    <a:pt x="109537" y="1155193"/>
                  </a:lnTo>
                  <a:lnTo>
                    <a:pt x="918972" y="0"/>
                  </a:lnTo>
                  <a:lnTo>
                    <a:pt x="806386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311B88F-7640-C557-10E2-58C97716C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74938" y="108336550"/>
              <a:ext cx="935735" cy="1155193"/>
            </a:xfrm>
            <a:custGeom>
              <a:avLst/>
              <a:gdLst>
                <a:gd name="T0" fmla="*/ 0 w 935735"/>
                <a:gd name="T1" fmla="*/ 1155193 h 1155193"/>
                <a:gd name="T2" fmla="*/ 128778 w 935735"/>
                <a:gd name="T3" fmla="*/ 1155193 h 1155193"/>
                <a:gd name="T4" fmla="*/ 935735 w 935735"/>
                <a:gd name="T5" fmla="*/ 0 h 1155193"/>
                <a:gd name="T6" fmla="*/ 811911 w 935735"/>
                <a:gd name="T7" fmla="*/ 0 h 1155193"/>
                <a:gd name="T8" fmla="*/ 0 w 935735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5735" h="1155193">
                  <a:moveTo>
                    <a:pt x="0" y="1155193"/>
                  </a:moveTo>
                  <a:lnTo>
                    <a:pt x="128778" y="1155193"/>
                  </a:lnTo>
                  <a:lnTo>
                    <a:pt x="935735" y="0"/>
                  </a:lnTo>
                  <a:lnTo>
                    <a:pt x="811911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D5CEBCB0-CA34-2E16-90A3-91D380695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10802" y="108336550"/>
              <a:ext cx="949452" cy="1155193"/>
            </a:xfrm>
            <a:custGeom>
              <a:avLst/>
              <a:gdLst>
                <a:gd name="T0" fmla="*/ 0 w 949452"/>
                <a:gd name="T1" fmla="*/ 1155193 h 1155193"/>
                <a:gd name="T2" fmla="*/ 138303 w 949452"/>
                <a:gd name="T3" fmla="*/ 1155193 h 1155193"/>
                <a:gd name="T4" fmla="*/ 949452 w 949452"/>
                <a:gd name="T5" fmla="*/ 0 h 1155193"/>
                <a:gd name="T6" fmla="*/ 806577 w 949452"/>
                <a:gd name="T7" fmla="*/ 0 h 1155193"/>
                <a:gd name="T8" fmla="*/ 0 w 949452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9452" h="1155193">
                  <a:moveTo>
                    <a:pt x="0" y="1155193"/>
                  </a:moveTo>
                  <a:lnTo>
                    <a:pt x="138303" y="1155193"/>
                  </a:lnTo>
                  <a:lnTo>
                    <a:pt x="949452" y="0"/>
                  </a:lnTo>
                  <a:lnTo>
                    <a:pt x="806577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89F41536-6024-B67D-3676-9A820A6E5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9046" y="108336550"/>
              <a:ext cx="964691" cy="1155193"/>
            </a:xfrm>
            <a:custGeom>
              <a:avLst/>
              <a:gdLst>
                <a:gd name="T0" fmla="*/ 0 w 964691"/>
                <a:gd name="T1" fmla="*/ 1155193 h 1155193"/>
                <a:gd name="T2" fmla="*/ 158686 w 964691"/>
                <a:gd name="T3" fmla="*/ 1155193 h 1155193"/>
                <a:gd name="T4" fmla="*/ 964691 w 964691"/>
                <a:gd name="T5" fmla="*/ 0 h 1155193"/>
                <a:gd name="T6" fmla="*/ 806195 w 964691"/>
                <a:gd name="T7" fmla="*/ 0 h 1155193"/>
                <a:gd name="T8" fmla="*/ 0 w 964691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4691" h="1155193">
                  <a:moveTo>
                    <a:pt x="0" y="1155193"/>
                  </a:moveTo>
                  <a:lnTo>
                    <a:pt x="158686" y="1155193"/>
                  </a:lnTo>
                  <a:lnTo>
                    <a:pt x="964691" y="0"/>
                  </a:lnTo>
                  <a:lnTo>
                    <a:pt x="806195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C56256A6-1F62-5666-1747-E3817CD34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88626" y="108336550"/>
              <a:ext cx="964691" cy="1155193"/>
            </a:xfrm>
            <a:custGeom>
              <a:avLst/>
              <a:gdLst>
                <a:gd name="T0" fmla="*/ 0 w 964691"/>
                <a:gd name="T1" fmla="*/ 1155193 h 1155193"/>
                <a:gd name="T2" fmla="*/ 158686 w 964691"/>
                <a:gd name="T3" fmla="*/ 1155193 h 1155193"/>
                <a:gd name="T4" fmla="*/ 964691 w 964691"/>
                <a:gd name="T5" fmla="*/ 0 h 1155193"/>
                <a:gd name="T6" fmla="*/ 806195 w 964691"/>
                <a:gd name="T7" fmla="*/ 0 h 1155193"/>
                <a:gd name="T8" fmla="*/ 0 w 964691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4691" h="1155193">
                  <a:moveTo>
                    <a:pt x="0" y="1155193"/>
                  </a:moveTo>
                  <a:lnTo>
                    <a:pt x="158686" y="1155193"/>
                  </a:lnTo>
                  <a:lnTo>
                    <a:pt x="964691" y="0"/>
                  </a:lnTo>
                  <a:lnTo>
                    <a:pt x="806195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E13D8E83-9B43-AA22-C8E2-7DC84B000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32109" y="108336550"/>
              <a:ext cx="969264" cy="1155193"/>
            </a:xfrm>
            <a:custGeom>
              <a:avLst/>
              <a:gdLst>
                <a:gd name="T0" fmla="*/ 0 w 969264"/>
                <a:gd name="T1" fmla="*/ 1155193 h 1155193"/>
                <a:gd name="T2" fmla="*/ 159068 w 969264"/>
                <a:gd name="T3" fmla="*/ 1155193 h 1155193"/>
                <a:gd name="T4" fmla="*/ 969264 w 969264"/>
                <a:gd name="T5" fmla="*/ 0 h 1155193"/>
                <a:gd name="T6" fmla="*/ 812102 w 969264"/>
                <a:gd name="T7" fmla="*/ 0 h 1155193"/>
                <a:gd name="T8" fmla="*/ 0 w 969264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9264" h="1155193">
                  <a:moveTo>
                    <a:pt x="0" y="1155193"/>
                  </a:moveTo>
                  <a:lnTo>
                    <a:pt x="159068" y="1155193"/>
                  </a:lnTo>
                  <a:lnTo>
                    <a:pt x="969264" y="0"/>
                  </a:lnTo>
                  <a:lnTo>
                    <a:pt x="812102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490CBDA9-AFC7-C599-0709-D779AD05A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881689" y="108336550"/>
              <a:ext cx="964692" cy="1155193"/>
            </a:xfrm>
            <a:custGeom>
              <a:avLst/>
              <a:gdLst>
                <a:gd name="T0" fmla="*/ 0 w 964692"/>
                <a:gd name="T1" fmla="*/ 1155193 h 1155193"/>
                <a:gd name="T2" fmla="*/ 157163 w 964692"/>
                <a:gd name="T3" fmla="*/ 1155193 h 1155193"/>
                <a:gd name="T4" fmla="*/ 964692 w 964692"/>
                <a:gd name="T5" fmla="*/ 0 h 1155193"/>
                <a:gd name="T6" fmla="*/ 806196 w 964692"/>
                <a:gd name="T7" fmla="*/ 0 h 1155193"/>
                <a:gd name="T8" fmla="*/ 0 w 964692"/>
                <a:gd name="T9" fmla="*/ 1155193 h 1155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4692" h="1155193">
                  <a:moveTo>
                    <a:pt x="0" y="1155193"/>
                  </a:moveTo>
                  <a:lnTo>
                    <a:pt x="157163" y="1155193"/>
                  </a:lnTo>
                  <a:lnTo>
                    <a:pt x="964692" y="0"/>
                  </a:lnTo>
                  <a:lnTo>
                    <a:pt x="806196" y="0"/>
                  </a:lnTo>
                  <a:lnTo>
                    <a:pt x="0" y="1155193"/>
                  </a:lnTo>
                  <a:close/>
                </a:path>
              </a:pathLst>
            </a:custGeom>
            <a:solidFill>
              <a:srgbClr val="41B6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F330F7-074D-30AD-59A6-39C662F2E37F}"/>
              </a:ext>
            </a:extLst>
          </p:cNvPr>
          <p:cNvCxnSpPr>
            <a:cxnSpLocks/>
          </p:cNvCxnSpPr>
          <p:nvPr userDrawn="1"/>
        </p:nvCxnSpPr>
        <p:spPr>
          <a:xfrm>
            <a:off x="0" y="1422430"/>
            <a:ext cx="1135380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91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75" r:id="rId4"/>
    <p:sldLayoutId id="2147483676" r:id="rId5"/>
    <p:sldLayoutId id="2147483661" r:id="rId6"/>
    <p:sldLayoutId id="2147483677" r:id="rId7"/>
    <p:sldLayoutId id="2147483678" r:id="rId8"/>
    <p:sldLayoutId id="2147483679" r:id="rId9"/>
    <p:sldLayoutId id="2147483652" r:id="rId10"/>
    <p:sldLayoutId id="2147483680" r:id="rId11"/>
    <p:sldLayoutId id="2147483668" r:id="rId12"/>
    <p:sldLayoutId id="2147483669" r:id="rId13"/>
    <p:sldLayoutId id="2147483670" r:id="rId14"/>
    <p:sldLayoutId id="2147483654" r:id="rId15"/>
    <p:sldLayoutId id="2147483672" r:id="rId16"/>
    <p:sldLayoutId id="2147483655" r:id="rId17"/>
    <p:sldLayoutId id="2147483665" r:id="rId18"/>
    <p:sldLayoutId id="2147483673" r:id="rId19"/>
    <p:sldLayoutId id="2147483674" r:id="rId20"/>
    <p:sldLayoutId id="2147483662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Instrument Sans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None/>
        <a:defRPr sz="14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SzPct val="110000"/>
        <a:buFont typeface="Wingdings" panose="05000000000000000000" pitchFamily="2" charset="2"/>
        <a:buChar char="§"/>
        <a:tabLst/>
        <a:defRPr sz="14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2pPr>
      <a:lvl3pPr marL="800100" indent="-28575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SzPct val="100000"/>
        <a:buFont typeface="Instrument Sans" pitchFamily="2" charset="0"/>
        <a:buChar char="–"/>
        <a:defRPr sz="14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3pPr>
      <a:lvl4pPr marL="1085850" indent="-28575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4pPr>
      <a:lvl5pPr marL="1371600" indent="-28575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70" userDrawn="1">
          <p15:clr>
            <a:srgbClr val="F26B43"/>
          </p15:clr>
        </p15:guide>
        <p15:guide id="4" orient="horz" pos="3762" userDrawn="1">
          <p15:clr>
            <a:srgbClr val="F26B43"/>
          </p15:clr>
        </p15:guide>
        <p15:guide id="5" orient="horz" pos="2333" userDrawn="1">
          <p15:clr>
            <a:srgbClr val="F26B43"/>
          </p15:clr>
        </p15:guide>
        <p15:guide id="6" orient="horz" pos="2467" userDrawn="1">
          <p15:clr>
            <a:srgbClr val="F26B43"/>
          </p15:clr>
        </p15:guide>
        <p15:guide id="7" orient="horz" pos="10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59E7D9-DEC4-3240-16AF-508153465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5" y="2554088"/>
            <a:ext cx="5461000" cy="2003625"/>
          </a:xfrm>
        </p:spPr>
        <p:txBody>
          <a:bodyPr/>
          <a:lstStyle/>
          <a:p>
            <a:r>
              <a:rPr lang="en-AU" dirty="0"/>
              <a:t>[Click Here to Update the Presentation Title]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D4F435-CE36-C428-90AB-5E32D3F2F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130" y="4970509"/>
            <a:ext cx="5460575" cy="314253"/>
          </a:xfrm>
        </p:spPr>
        <p:txBody>
          <a:bodyPr>
            <a:normAutofit/>
          </a:bodyPr>
          <a:lstStyle/>
          <a:p>
            <a:r>
              <a:rPr lang="en-AU" dirty="0"/>
              <a:t>Month YYYY</a:t>
            </a:r>
          </a:p>
        </p:txBody>
      </p:sp>
    </p:spTree>
    <p:extLst>
      <p:ext uri="{BB962C8B-B14F-4D97-AF65-F5344CB8AC3E}">
        <p14:creationId xmlns:p14="http://schemas.microsoft.com/office/powerpoint/2010/main" val="125432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3D9B9014-FED0-E63A-86A3-EB7B20213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103877"/>
              </p:ext>
            </p:extLst>
          </p:nvPr>
        </p:nvGraphicFramePr>
        <p:xfrm>
          <a:off x="1873222" y="1640317"/>
          <a:ext cx="8642378" cy="43750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654">
                  <a:extLst>
                    <a:ext uri="{9D8B030D-6E8A-4147-A177-3AD203B41FA5}">
                      <a16:colId xmlns:a16="http://schemas.microsoft.com/office/drawing/2014/main" val="3071136040"/>
                    </a:ext>
                  </a:extLst>
                </a:gridCol>
                <a:gridCol w="5439768">
                  <a:extLst>
                    <a:ext uri="{9D8B030D-6E8A-4147-A177-3AD203B41FA5}">
                      <a16:colId xmlns:a16="http://schemas.microsoft.com/office/drawing/2014/main" val="1182102754"/>
                    </a:ext>
                  </a:extLst>
                </a:gridCol>
                <a:gridCol w="982956">
                  <a:extLst>
                    <a:ext uri="{9D8B030D-6E8A-4147-A177-3AD203B41FA5}">
                      <a16:colId xmlns:a16="http://schemas.microsoft.com/office/drawing/2014/main" val="3087160828"/>
                    </a:ext>
                  </a:extLst>
                </a:gridCol>
              </a:tblGrid>
              <a:tr h="336419">
                <a:tc>
                  <a:txBody>
                    <a:bodyPr/>
                    <a:lstStyle/>
                    <a:p>
                      <a:r>
                        <a:rPr lang="en-AU" sz="1600" b="1" dirty="0">
                          <a:solidFill>
                            <a:schemeClr val="accent1"/>
                          </a:solidFill>
                          <a:latin typeface="+mn-lt"/>
                        </a:rPr>
                        <a:t>Section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b="1" dirty="0">
                          <a:solidFill>
                            <a:schemeClr val="accent1"/>
                          </a:solidFill>
                          <a:latin typeface="+mn-lt"/>
                        </a:rPr>
                        <a:t>Title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600" b="1" dirty="0">
                          <a:solidFill>
                            <a:schemeClr val="accent1"/>
                          </a:solidFill>
                          <a:latin typeface="+mn-lt"/>
                        </a:rPr>
                        <a:t>Page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597938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b="1" dirty="0">
                          <a:latin typeface="+mn-lt"/>
                        </a:rPr>
                        <a:t>[Manually type in the section title]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001293"/>
                  </a:ext>
                </a:extLst>
              </a:tr>
              <a:tr h="338034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AU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  <a:latin typeface="Instrument Sans"/>
                          <a:ea typeface="+mn-ea"/>
                          <a:cs typeface="+mn-cs"/>
                        </a:rPr>
                        <a:t>[Manually type in the section title]</a:t>
                      </a:r>
                      <a:endParaRPr lang="en-AU" sz="1000" b="1" dirty="0"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127971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AU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  <a:latin typeface="Instrument Sans"/>
                          <a:ea typeface="+mn-ea"/>
                          <a:cs typeface="+mn-cs"/>
                        </a:rPr>
                        <a:t>[Manually type in the section title]</a:t>
                      </a:r>
                      <a:endParaRPr lang="en-AU" sz="1000" b="1" dirty="0"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99617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AU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  <a:latin typeface="Instrument Sans"/>
                          <a:ea typeface="+mn-ea"/>
                          <a:cs typeface="+mn-cs"/>
                        </a:rPr>
                        <a:t>[Manually type in the section title]</a:t>
                      </a:r>
                      <a:endParaRPr lang="en-AU" sz="1000" b="1" dirty="0"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65446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AU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  <a:latin typeface="Instrument Sans"/>
                          <a:ea typeface="+mn-ea"/>
                          <a:cs typeface="+mn-cs"/>
                        </a:rPr>
                        <a:t>[Manually type in the section title]</a:t>
                      </a:r>
                      <a:endParaRPr lang="en-AU" sz="1000" b="1" dirty="0"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573848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AU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  <a:latin typeface="Instrument Sans"/>
                          <a:ea typeface="+mn-ea"/>
                          <a:cs typeface="+mn-cs"/>
                        </a:rPr>
                        <a:t>[Manually type in the section title]</a:t>
                      </a:r>
                      <a:endParaRPr lang="en-AU" sz="1000" b="1" dirty="0"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709392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AU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  <a:latin typeface="Instrument Sans"/>
                          <a:ea typeface="+mn-ea"/>
                          <a:cs typeface="+mn-cs"/>
                        </a:rPr>
                        <a:t>[Manually type in the section title]</a:t>
                      </a:r>
                      <a:endParaRPr lang="en-AU" sz="1000" b="1" dirty="0"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410459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AU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  <a:latin typeface="Instrument Sans"/>
                          <a:ea typeface="+mn-ea"/>
                          <a:cs typeface="+mn-cs"/>
                        </a:rPr>
                        <a:t>[Manually type in the section title]</a:t>
                      </a:r>
                      <a:endParaRPr lang="en-AU" sz="1000" b="1" dirty="0"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14220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09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AU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  <a:latin typeface="Instrument Sans"/>
                          <a:ea typeface="+mn-ea"/>
                          <a:cs typeface="+mn-cs"/>
                        </a:rPr>
                        <a:t>[Manually type in the section title]</a:t>
                      </a:r>
                      <a:endParaRPr lang="en-AU" sz="1000" b="1" dirty="0"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425041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AU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  <a:latin typeface="Instrument Sans"/>
                          <a:ea typeface="+mn-ea"/>
                          <a:cs typeface="+mn-cs"/>
                        </a:rPr>
                        <a:t>[Manually type in the section title]</a:t>
                      </a:r>
                      <a:endParaRPr lang="en-AU" sz="1000" b="1" dirty="0"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089710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Appendix 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b="1" dirty="0">
                          <a:latin typeface="+mn-lt"/>
                        </a:rPr>
                        <a:t>[Manually type in the appendix title]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081038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indent="0" algn="l" defTabSz="48985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AU" sz="1400" b="1" kern="1200" dirty="0">
                          <a:solidFill>
                            <a:schemeClr val="accent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Appendix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b="1" dirty="0">
                          <a:latin typeface="+mn-lt"/>
                        </a:rPr>
                        <a:t>[Manually type in the appendix title]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0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582210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3672B0B-336E-B924-959E-19E4F8F7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5DBDE-898F-29C9-8DE1-E6F984B8E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AU" dirty="0"/>
              <a:t>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>
                <a:latin typeface="Instrument Sans Medium" pitchFamily="2" charset="0"/>
              </a:rPr>
              <a:pPr/>
              <a:t>2</a:t>
            </a:fld>
            <a:endParaRPr lang="en-AU" dirty="0">
              <a:latin typeface="Instrument Sans Medium" pitchFamily="2" charset="0"/>
            </a:endParaRPr>
          </a:p>
        </p:txBody>
      </p:sp>
      <p:sp>
        <p:nvSpPr>
          <p:cNvPr id="10" name="Freeform 20">
            <a:extLst>
              <a:ext uri="{FF2B5EF4-FFF2-40B4-BE49-F238E27FC236}">
                <a16:creationId xmlns:a16="http://schemas.microsoft.com/office/drawing/2014/main" id="{E6D1D79E-C9D0-7B21-EA04-C68C61E7DA6E}"/>
              </a:ext>
            </a:extLst>
          </p:cNvPr>
          <p:cNvSpPr>
            <a:spLocks/>
          </p:cNvSpPr>
          <p:nvPr/>
        </p:nvSpPr>
        <p:spPr bwMode="auto">
          <a:xfrm>
            <a:off x="1463221" y="1594690"/>
            <a:ext cx="335892" cy="257160"/>
          </a:xfrm>
          <a:custGeom>
            <a:avLst/>
            <a:gdLst>
              <a:gd name="T0" fmla="*/ 379 w 909"/>
              <a:gd name="T1" fmla="*/ 696 h 696"/>
              <a:gd name="T2" fmla="*/ 0 w 909"/>
              <a:gd name="T3" fmla="*/ 696 h 696"/>
              <a:gd name="T4" fmla="*/ 469 w 909"/>
              <a:gd name="T5" fmla="*/ 32 h 696"/>
              <a:gd name="T6" fmla="*/ 530 w 909"/>
              <a:gd name="T7" fmla="*/ 0 h 696"/>
              <a:gd name="T8" fmla="*/ 909 w 909"/>
              <a:gd name="T9" fmla="*/ 0 h 696"/>
              <a:gd name="T10" fmla="*/ 440 w 909"/>
              <a:gd name="T11" fmla="*/ 664 h 696"/>
              <a:gd name="T12" fmla="*/ 379 w 909"/>
              <a:gd name="T13" fmla="*/ 696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9" h="696">
                <a:moveTo>
                  <a:pt x="379" y="696"/>
                </a:moveTo>
                <a:cubicBezTo>
                  <a:pt x="0" y="696"/>
                  <a:pt x="0" y="696"/>
                  <a:pt x="0" y="696"/>
                </a:cubicBezTo>
                <a:cubicBezTo>
                  <a:pt x="469" y="32"/>
                  <a:pt x="469" y="32"/>
                  <a:pt x="469" y="32"/>
                </a:cubicBezTo>
                <a:cubicBezTo>
                  <a:pt x="483" y="12"/>
                  <a:pt x="506" y="0"/>
                  <a:pt x="530" y="0"/>
                </a:cubicBezTo>
                <a:cubicBezTo>
                  <a:pt x="909" y="0"/>
                  <a:pt x="909" y="0"/>
                  <a:pt x="909" y="0"/>
                </a:cubicBezTo>
                <a:cubicBezTo>
                  <a:pt x="440" y="664"/>
                  <a:pt x="440" y="664"/>
                  <a:pt x="440" y="664"/>
                </a:cubicBezTo>
                <a:cubicBezTo>
                  <a:pt x="426" y="684"/>
                  <a:pt x="404" y="696"/>
                  <a:pt x="379" y="696"/>
                </a:cubicBezTo>
              </a:path>
            </a:pathLst>
          </a:custGeom>
          <a:solidFill>
            <a:srgbClr val="38B34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72734" tIns="36367" rIns="72734" bIns="36367" numCol="1" anchor="t" anchorCtr="0" compatLnSpc="1">
            <a:prstTxWarp prst="textNoShape">
              <a:avLst/>
            </a:prstTxWarp>
          </a:bodyPr>
          <a:lstStyle/>
          <a:p>
            <a:endParaRPr lang="en-AU" sz="1941" dirty="0"/>
          </a:p>
        </p:txBody>
      </p:sp>
    </p:spTree>
    <p:extLst>
      <p:ext uri="{BB962C8B-B14F-4D97-AF65-F5344CB8AC3E}">
        <p14:creationId xmlns:p14="http://schemas.microsoft.com/office/powerpoint/2010/main" val="387726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DF071-503B-60B2-43BC-DACFE5D91D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958777"/>
            <a:ext cx="4667250" cy="472694"/>
          </a:xfrm>
        </p:spPr>
        <p:txBody>
          <a:bodyPr/>
          <a:lstStyle/>
          <a:p>
            <a:r>
              <a:rPr lang="en-AU" dirty="0"/>
              <a:t>Subtitle Text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4CB1A1-4852-D8A5-54F7-71E8AEEA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5860"/>
            <a:ext cx="4667250" cy="1366528"/>
          </a:xfrm>
        </p:spPr>
        <p:txBody>
          <a:bodyPr/>
          <a:lstStyle/>
          <a:p>
            <a:r>
              <a:rPr lang="en-AU" dirty="0"/>
              <a:t>Executive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7B533-5115-18A2-4919-B4E1C818E4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3552825"/>
            <a:ext cx="4667250" cy="1970989"/>
          </a:xfrm>
        </p:spPr>
        <p:txBody>
          <a:bodyPr/>
          <a:lstStyle/>
          <a:p>
            <a:r>
              <a:rPr lang="en-AU" dirty="0"/>
              <a:t>Tempore </a:t>
            </a:r>
            <a:r>
              <a:rPr lang="en-AU" dirty="0" err="1"/>
              <a:t>pelicim</a:t>
            </a:r>
            <a:r>
              <a:rPr lang="en-AU" dirty="0"/>
              <a:t> </a:t>
            </a:r>
            <a:r>
              <a:rPr lang="en-AU" dirty="0" err="1"/>
              <a:t>peliquo</a:t>
            </a:r>
            <a:r>
              <a:rPr lang="en-AU" dirty="0"/>
              <a:t> </a:t>
            </a:r>
            <a:r>
              <a:rPr lang="en-AU" dirty="0" err="1"/>
              <a:t>digenitat</a:t>
            </a:r>
            <a:r>
              <a:rPr lang="en-AU" dirty="0"/>
              <a:t> </a:t>
            </a:r>
            <a:r>
              <a:rPr lang="en-AU" dirty="0" err="1"/>
              <a:t>doluptatiunt</a:t>
            </a:r>
            <a:r>
              <a:rPr lang="en-AU" dirty="0"/>
              <a:t> </a:t>
            </a:r>
            <a:r>
              <a:rPr lang="en-AU" dirty="0" err="1"/>
              <a:t>repelia</a:t>
            </a:r>
            <a:r>
              <a:rPr lang="en-AU" dirty="0"/>
              <a:t> </a:t>
            </a:r>
            <a:r>
              <a:rPr lang="en-AU" dirty="0" err="1"/>
              <a:t>quia</a:t>
            </a:r>
            <a:r>
              <a:rPr lang="en-AU" dirty="0"/>
              <a:t> </a:t>
            </a:r>
            <a:r>
              <a:rPr lang="en-AU" dirty="0" err="1"/>
              <a:t>volupta</a:t>
            </a:r>
            <a:r>
              <a:rPr lang="en-AU" dirty="0"/>
              <a:t> </a:t>
            </a:r>
            <a:r>
              <a:rPr lang="en-AU" dirty="0" err="1"/>
              <a:t>doluptaque</a:t>
            </a:r>
            <a:r>
              <a:rPr lang="en-AU" dirty="0"/>
              <a:t> </a:t>
            </a:r>
            <a:r>
              <a:rPr lang="en-AU" dirty="0" err="1"/>
              <a:t>experiatem</a:t>
            </a:r>
            <a:r>
              <a:rPr lang="en-AU" dirty="0"/>
              <a:t> </a:t>
            </a:r>
            <a:r>
              <a:rPr lang="en-AU" dirty="0" err="1"/>
              <a:t>quae</a:t>
            </a:r>
            <a:r>
              <a:rPr lang="en-AU" dirty="0"/>
              <a:t> </a:t>
            </a:r>
            <a:r>
              <a:rPr lang="en-AU" dirty="0" err="1"/>
              <a:t>pla</a:t>
            </a:r>
            <a:r>
              <a:rPr lang="en-AU" dirty="0"/>
              <a:t> </a:t>
            </a:r>
            <a:r>
              <a:rPr lang="en-AU" dirty="0" err="1"/>
              <a:t>simusciliquo</a:t>
            </a:r>
            <a:r>
              <a:rPr lang="en-AU" dirty="0"/>
              <a:t> de pe </a:t>
            </a:r>
            <a:r>
              <a:rPr lang="en-AU" dirty="0" err="1"/>
              <a:t>nulparciunti</a:t>
            </a:r>
            <a:r>
              <a:rPr lang="en-AU" dirty="0"/>
              <a:t> </a:t>
            </a:r>
            <a:r>
              <a:rPr lang="en-AU" dirty="0" err="1"/>
              <a:t>berum</a:t>
            </a:r>
            <a:r>
              <a:rPr lang="en-AU" dirty="0"/>
              <a:t> </a:t>
            </a:r>
            <a:r>
              <a:rPr lang="en-AU" dirty="0" err="1"/>
              <a:t>quistium</a:t>
            </a:r>
            <a:r>
              <a:rPr lang="en-AU" dirty="0"/>
              <a:t> que </a:t>
            </a:r>
            <a:r>
              <a:rPr lang="en-AU" dirty="0" err="1"/>
              <a:t>denia</a:t>
            </a:r>
            <a:r>
              <a:rPr lang="en-AU" dirty="0"/>
              <a:t> </a:t>
            </a:r>
            <a:r>
              <a:rPr lang="en-AU" dirty="0" err="1"/>
              <a:t>doluptasit</a:t>
            </a:r>
            <a:r>
              <a:rPr lang="en-AU" dirty="0"/>
              <a:t> </a:t>
            </a:r>
            <a:r>
              <a:rPr lang="en-AU" dirty="0" err="1"/>
              <a:t>exerios</a:t>
            </a:r>
            <a:r>
              <a:rPr lang="en-AU" dirty="0"/>
              <a:t> que </a:t>
            </a:r>
            <a:r>
              <a:rPr lang="en-AU" dirty="0" err="1"/>
              <a:t>vendi</a:t>
            </a:r>
            <a:r>
              <a:rPr lang="en-AU" dirty="0"/>
              <a:t> res </a:t>
            </a:r>
            <a:r>
              <a:rPr lang="en-AU" dirty="0" err="1"/>
              <a:t>rerspis</a:t>
            </a:r>
            <a:r>
              <a:rPr lang="en-AU" dirty="0"/>
              <a:t> et </a:t>
            </a:r>
            <a:r>
              <a:rPr lang="en-AU" dirty="0" err="1"/>
              <a:t>et</a:t>
            </a:r>
            <a:r>
              <a:rPr lang="en-AU" dirty="0"/>
              <a:t> </a:t>
            </a:r>
            <a:r>
              <a:rPr lang="en-AU" dirty="0" err="1"/>
              <a:t>quuntus</a:t>
            </a:r>
            <a:r>
              <a:rPr lang="en-AU" dirty="0"/>
              <a:t> </a:t>
            </a:r>
            <a:r>
              <a:rPr lang="en-AU" dirty="0" err="1"/>
              <a:t>simus</a:t>
            </a:r>
            <a:r>
              <a:rPr lang="en-AU" dirty="0"/>
              <a:t> </a:t>
            </a:r>
            <a:r>
              <a:rPr lang="en-AU" dirty="0" err="1"/>
              <a:t>illuptu</a:t>
            </a:r>
            <a:r>
              <a:rPr lang="en-AU" dirty="0"/>
              <a:t> </a:t>
            </a:r>
            <a:r>
              <a:rPr lang="en-AU" dirty="0" err="1"/>
              <a:t>sdaesequodi</a:t>
            </a:r>
            <a:r>
              <a:rPr lang="en-AU" dirty="0"/>
              <a:t> </a:t>
            </a:r>
            <a:r>
              <a:rPr lang="en-AU" dirty="0" err="1"/>
              <a:t>repre</a:t>
            </a:r>
            <a:r>
              <a:rPr lang="en-AU" dirty="0"/>
              <a:t> </a:t>
            </a:r>
            <a:r>
              <a:rPr lang="en-AU" dirty="0" err="1"/>
              <a:t>ea</a:t>
            </a:r>
            <a:r>
              <a:rPr lang="en-AU" dirty="0"/>
              <a:t> </a:t>
            </a:r>
            <a:r>
              <a:rPr lang="en-AU" dirty="0" err="1"/>
              <a:t>dias</a:t>
            </a:r>
            <a:r>
              <a:rPr lang="en-AU" dirty="0"/>
              <a:t> </a:t>
            </a:r>
            <a:r>
              <a:rPr lang="en-AU" dirty="0" err="1"/>
              <a:t>dolupta</a:t>
            </a:r>
            <a:r>
              <a:rPr lang="en-AU" dirty="0"/>
              <a:t> </a:t>
            </a:r>
            <a:r>
              <a:rPr lang="en-AU" dirty="0" err="1"/>
              <a:t>tenimaion</a:t>
            </a:r>
            <a:r>
              <a:rPr lang="en-AU" dirty="0"/>
              <a:t> </a:t>
            </a:r>
            <a:r>
              <a:rPr lang="en-AU" dirty="0" err="1"/>
              <a:t>consequam</a:t>
            </a:r>
            <a:r>
              <a:rPr lang="en-AU" dirty="0"/>
              <a:t> </a:t>
            </a:r>
            <a:r>
              <a:rPr lang="en-AU" dirty="0" err="1"/>
              <a:t>harum</a:t>
            </a:r>
            <a:r>
              <a:rPr lang="en-AU" dirty="0"/>
              <a:t> que </a:t>
            </a:r>
            <a:r>
              <a:rPr lang="en-AU" dirty="0" err="1"/>
              <a:t>alis</a:t>
            </a:r>
            <a:r>
              <a:rPr lang="en-AU" dirty="0"/>
              <a:t> </a:t>
            </a:r>
            <a:r>
              <a:rPr lang="en-AU" dirty="0" err="1"/>
              <a:t>evel</a:t>
            </a:r>
            <a:r>
              <a:rPr lang="en-AU" dirty="0"/>
              <a:t>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404FE-1384-6B06-CDB8-FD4E92F6A37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099300" y="1878013"/>
            <a:ext cx="4254500" cy="3856761"/>
          </a:xfrm>
        </p:spPr>
        <p:txBody>
          <a:bodyPr/>
          <a:lstStyle/>
          <a:p>
            <a:r>
              <a:rPr lang="en-AU" dirty="0"/>
              <a:t>Can be replaced with texts or other contents. </a:t>
            </a:r>
          </a:p>
          <a:p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 </a:t>
            </a:r>
            <a:r>
              <a:rPr lang="en-AU" dirty="0" err="1"/>
              <a:t>quia</a:t>
            </a:r>
            <a:r>
              <a:rPr lang="en-AU" dirty="0"/>
              <a:t> dent et, </a:t>
            </a:r>
            <a:r>
              <a:rPr lang="en-AU" dirty="0" err="1"/>
              <a:t>quidunto</a:t>
            </a:r>
            <a:r>
              <a:rPr lang="en-AU" dirty="0"/>
              <a:t> </a:t>
            </a:r>
            <a:r>
              <a:rPr lang="en-AU" dirty="0" err="1"/>
              <a:t>offic</a:t>
            </a:r>
            <a:r>
              <a:rPr lang="en-AU" dirty="0"/>
              <a:t> </a:t>
            </a:r>
            <a:r>
              <a:rPr lang="en-AU" dirty="0" err="1"/>
              <a:t>tem</a:t>
            </a:r>
            <a:r>
              <a:rPr lang="en-AU" dirty="0"/>
              <a:t> </a:t>
            </a:r>
            <a:r>
              <a:rPr lang="en-AU" dirty="0" err="1"/>
              <a:t>nam</a:t>
            </a:r>
            <a:r>
              <a:rPr lang="en-AU" dirty="0"/>
              <a:t> </a:t>
            </a:r>
            <a:r>
              <a:rPr lang="en-AU" dirty="0" err="1"/>
              <a:t>destiorpore</a:t>
            </a:r>
            <a:r>
              <a:rPr lang="en-AU" dirty="0"/>
              <a:t> </a:t>
            </a:r>
            <a:r>
              <a:rPr lang="en-AU" dirty="0" err="1"/>
              <a:t>el</a:t>
            </a:r>
            <a:r>
              <a:rPr lang="en-AU" dirty="0"/>
              <a:t> id </a:t>
            </a:r>
            <a:r>
              <a:rPr lang="en-AU" dirty="0" err="1"/>
              <a:t>ut</a:t>
            </a:r>
            <a:r>
              <a:rPr lang="en-AU" dirty="0"/>
              <a:t> </a:t>
            </a:r>
            <a:r>
              <a:rPr lang="en-AU" dirty="0" err="1"/>
              <a:t>quiscimet</a:t>
            </a:r>
            <a:r>
              <a:rPr lang="en-AU" dirty="0"/>
              <a:t> </a:t>
            </a:r>
            <a:r>
              <a:rPr lang="en-AU" dirty="0" err="1"/>
              <a:t>parum</a:t>
            </a:r>
            <a:r>
              <a:rPr lang="en-AU" dirty="0"/>
              <a:t> </a:t>
            </a:r>
            <a:r>
              <a:rPr lang="en-AU" dirty="0" err="1"/>
              <a:t>dio</a:t>
            </a:r>
            <a:r>
              <a:rPr lang="en-AU" dirty="0"/>
              <a:t>. </a:t>
            </a:r>
            <a:r>
              <a:rPr lang="en-AU" dirty="0" err="1"/>
              <a:t>Occusam</a:t>
            </a:r>
            <a:r>
              <a:rPr lang="en-AU" dirty="0"/>
              <a:t> res sus </a:t>
            </a:r>
            <a:r>
              <a:rPr lang="en-AU" dirty="0" err="1"/>
              <a:t>dellest</a:t>
            </a:r>
            <a:r>
              <a:rPr lang="en-AU" dirty="0"/>
              <a:t> </a:t>
            </a:r>
            <a:r>
              <a:rPr lang="en-AU" dirty="0" err="1"/>
              <a:t>ibusam</a:t>
            </a:r>
            <a:r>
              <a:rPr lang="en-AU" dirty="0"/>
              <a:t> </a:t>
            </a:r>
            <a:r>
              <a:rPr lang="en-AU" dirty="0" err="1"/>
              <a:t>alibeatio</a:t>
            </a:r>
            <a:r>
              <a:rPr lang="en-AU" dirty="0"/>
              <a:t>.</a:t>
            </a:r>
          </a:p>
          <a:p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</a:t>
            </a:r>
            <a:r>
              <a:rPr lang="en-AU" dirty="0" err="1"/>
              <a:t>experia</a:t>
            </a:r>
            <a:r>
              <a:rPr lang="en-AU" dirty="0"/>
              <a:t> </a:t>
            </a:r>
            <a:r>
              <a:rPr lang="en-AU" dirty="0" err="1"/>
              <a:t>iusa</a:t>
            </a:r>
            <a:r>
              <a:rPr lang="en-AU" dirty="0"/>
              <a:t> event.</a:t>
            </a:r>
          </a:p>
          <a:p>
            <a:r>
              <a:rPr lang="en-AU" dirty="0" err="1"/>
              <a:t>Dunt</a:t>
            </a:r>
            <a:r>
              <a:rPr lang="en-AU" dirty="0"/>
              <a:t> et di </a:t>
            </a:r>
            <a:r>
              <a:rPr lang="en-AU" dirty="0" err="1"/>
              <a:t>accum</a:t>
            </a:r>
            <a:r>
              <a:rPr lang="en-AU" dirty="0"/>
              <a:t> lam </a:t>
            </a:r>
            <a:r>
              <a:rPr lang="en-AU" dirty="0" err="1"/>
              <a:t>quistiis</a:t>
            </a:r>
            <a:r>
              <a:rPr lang="en-AU" dirty="0"/>
              <a:t> </a:t>
            </a:r>
            <a:r>
              <a:rPr lang="en-AU" dirty="0" err="1"/>
              <a:t>debis</a:t>
            </a:r>
            <a:r>
              <a:rPr lang="en-AU" dirty="0"/>
              <a:t> </a:t>
            </a:r>
            <a:r>
              <a:rPr lang="en-AU" dirty="0" err="1"/>
              <a:t>exerchilla</a:t>
            </a:r>
            <a:r>
              <a:rPr lang="en-AU" dirty="0"/>
              <a:t> </a:t>
            </a:r>
            <a:r>
              <a:rPr lang="en-AU" dirty="0" err="1"/>
              <a:t>digenim</a:t>
            </a:r>
            <a:r>
              <a:rPr lang="en-AU" dirty="0"/>
              <a:t> </a:t>
            </a:r>
            <a:r>
              <a:rPr lang="en-AU" dirty="0" err="1"/>
              <a:t>inciis</a:t>
            </a:r>
            <a:r>
              <a:rPr lang="en-AU" dirty="0"/>
              <a:t> </a:t>
            </a:r>
            <a:r>
              <a:rPr lang="en-AU" dirty="0" err="1"/>
              <a:t>derenim</a:t>
            </a:r>
            <a:r>
              <a:rPr lang="en-AU" dirty="0"/>
              <a:t> </a:t>
            </a:r>
            <a:r>
              <a:rPr lang="en-AU" dirty="0" err="1"/>
              <a:t>velenitemo</a:t>
            </a:r>
            <a:r>
              <a:rPr lang="en-AU" dirty="0"/>
              <a:t> to </a:t>
            </a:r>
            <a:r>
              <a:rPr lang="en-AU" dirty="0" err="1"/>
              <a:t>blam</a:t>
            </a:r>
            <a:r>
              <a:rPr lang="en-AU" dirty="0"/>
              <a:t> </a:t>
            </a:r>
            <a:r>
              <a:rPr lang="en-AU" dirty="0" err="1"/>
              <a:t>voloria</a:t>
            </a:r>
            <a:r>
              <a:rPr lang="en-AU" dirty="0"/>
              <a:t> </a:t>
            </a:r>
            <a:r>
              <a:rPr lang="en-AU" dirty="0" err="1"/>
              <a:t>speliquaesto</a:t>
            </a:r>
            <a:r>
              <a:rPr lang="en-AU" dirty="0"/>
              <a:t> </a:t>
            </a:r>
            <a:r>
              <a:rPr lang="en-AU" dirty="0" err="1"/>
              <a:t>volorum</a:t>
            </a:r>
            <a:r>
              <a:rPr lang="en-AU" dirty="0"/>
              <a:t> nis qui dolore </a:t>
            </a:r>
            <a:r>
              <a:rPr lang="en-AU" dirty="0" err="1"/>
              <a:t>denet</a:t>
            </a:r>
            <a:r>
              <a:rPr lang="en-AU" dirty="0"/>
              <a:t> </a:t>
            </a:r>
            <a:r>
              <a:rPr lang="en-AU" dirty="0" err="1"/>
              <a:t>hariber</a:t>
            </a:r>
            <a:r>
              <a:rPr lang="en-AU" dirty="0"/>
              <a:t> </a:t>
            </a:r>
            <a:r>
              <a:rPr lang="en-AU" dirty="0" err="1"/>
              <a:t>oreicilique</a:t>
            </a:r>
            <a:r>
              <a:rPr lang="en-AU" dirty="0"/>
              <a:t> nobis </a:t>
            </a:r>
            <a:r>
              <a:rPr lang="en-AU" dirty="0" err="1"/>
              <a:t>doluptatur</a:t>
            </a:r>
            <a:r>
              <a:rPr lang="en-AU" dirty="0"/>
              <a:t>? </a:t>
            </a:r>
            <a:r>
              <a:rPr lang="en-AU" dirty="0" err="1"/>
              <a:t>Fugia</a:t>
            </a:r>
            <a:r>
              <a:rPr lang="en-AU" dirty="0"/>
              <a:t> invent, con </a:t>
            </a:r>
            <a:r>
              <a:rPr lang="en-AU" dirty="0" err="1"/>
              <a:t>nullor</a:t>
            </a:r>
            <a:r>
              <a:rPr lang="en-AU" dirty="0"/>
              <a:t> </a:t>
            </a:r>
            <a:r>
              <a:rPr lang="en-AU" dirty="0" err="1"/>
              <a:t>reiur</a:t>
            </a:r>
            <a:r>
              <a:rPr lang="en-AU" dirty="0"/>
              <a:t> </a:t>
            </a:r>
            <a:r>
              <a:rPr lang="en-AU" dirty="0" err="1"/>
              <a:t>atent</a:t>
            </a:r>
            <a:r>
              <a:rPr lang="en-AU" dirty="0"/>
              <a:t>, </a:t>
            </a:r>
            <a:r>
              <a:rPr lang="en-AU" dirty="0" err="1"/>
              <a:t>temolup</a:t>
            </a:r>
            <a:r>
              <a:rPr lang="en-AU" dirty="0"/>
              <a:t> </a:t>
            </a:r>
            <a:r>
              <a:rPr lang="en-AU" dirty="0" err="1"/>
              <a:t>tatiis</a:t>
            </a:r>
            <a:r>
              <a:rPr lang="en-AU" dirty="0"/>
              <a:t> </a:t>
            </a:r>
            <a:r>
              <a:rPr lang="en-AU" dirty="0" err="1"/>
              <a:t>audiae</a:t>
            </a:r>
            <a:r>
              <a:rPr lang="en-AU" dirty="0"/>
              <a:t> </a:t>
            </a:r>
            <a:r>
              <a:rPr lang="en-AU" dirty="0" err="1"/>
              <a:t>quatur</a:t>
            </a:r>
            <a:r>
              <a:rPr lang="en-AU" dirty="0"/>
              <a:t> </a:t>
            </a:r>
            <a:r>
              <a:rPr lang="en-AU" dirty="0" err="1"/>
              <a:t>sinciminto</a:t>
            </a:r>
            <a:r>
              <a:rPr lang="en-AU" dirty="0"/>
              <a:t> </a:t>
            </a:r>
            <a:r>
              <a:rPr lang="en-AU" dirty="0" err="1"/>
              <a:t>eicate</a:t>
            </a:r>
            <a:r>
              <a:rPr lang="en-AU" dirty="0"/>
              <a:t> </a:t>
            </a:r>
            <a:r>
              <a:rPr lang="en-AU" dirty="0" err="1"/>
              <a:t>nobitisit</a:t>
            </a:r>
            <a:r>
              <a:rPr lang="en-AU" dirty="0"/>
              <a:t> et </a:t>
            </a:r>
            <a:r>
              <a:rPr lang="en-AU" dirty="0" err="1"/>
              <a:t>ut</a:t>
            </a:r>
            <a:r>
              <a:rPr lang="en-AU" dirty="0"/>
              <a:t> </a:t>
            </a:r>
            <a:r>
              <a:rPr lang="en-AU" dirty="0" err="1"/>
              <a:t>quam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vent qui </a:t>
            </a:r>
            <a:r>
              <a:rPr lang="en-AU" dirty="0" err="1"/>
              <a:t>aut</a:t>
            </a:r>
            <a:r>
              <a:rPr lang="en-AU" dirty="0"/>
              <a:t> int.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8EF3E3-2994-0E5B-C97F-48082A6F75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99301" y="1220013"/>
            <a:ext cx="4254501" cy="369332"/>
          </a:xfrm>
        </p:spPr>
        <p:txBody>
          <a:bodyPr anchor="t" anchorCtr="0"/>
          <a:lstStyle/>
          <a:p>
            <a:r>
              <a:rPr lang="en-AU" dirty="0"/>
              <a:t>Title text goes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61FA8FA-26AC-C380-B2C3-66B502571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3</a:t>
            </a:fld>
            <a:endParaRPr lang="en-AU" dirty="0"/>
          </a:p>
        </p:txBody>
      </p:sp>
      <p:sp>
        <p:nvSpPr>
          <p:cNvPr id="8" name="Freeform 20">
            <a:extLst>
              <a:ext uri="{FF2B5EF4-FFF2-40B4-BE49-F238E27FC236}">
                <a16:creationId xmlns:a16="http://schemas.microsoft.com/office/drawing/2014/main" id="{EA76EBF4-CAC2-23C4-671D-BA8A563630F0}"/>
              </a:ext>
            </a:extLst>
          </p:cNvPr>
          <p:cNvSpPr>
            <a:spLocks/>
          </p:cNvSpPr>
          <p:nvPr/>
        </p:nvSpPr>
        <p:spPr bwMode="auto">
          <a:xfrm>
            <a:off x="6702425" y="1220013"/>
            <a:ext cx="422276" cy="323295"/>
          </a:xfrm>
          <a:custGeom>
            <a:avLst/>
            <a:gdLst>
              <a:gd name="T0" fmla="*/ 379 w 909"/>
              <a:gd name="T1" fmla="*/ 696 h 696"/>
              <a:gd name="T2" fmla="*/ 0 w 909"/>
              <a:gd name="T3" fmla="*/ 696 h 696"/>
              <a:gd name="T4" fmla="*/ 469 w 909"/>
              <a:gd name="T5" fmla="*/ 32 h 696"/>
              <a:gd name="T6" fmla="*/ 530 w 909"/>
              <a:gd name="T7" fmla="*/ 0 h 696"/>
              <a:gd name="T8" fmla="*/ 909 w 909"/>
              <a:gd name="T9" fmla="*/ 0 h 696"/>
              <a:gd name="T10" fmla="*/ 440 w 909"/>
              <a:gd name="T11" fmla="*/ 664 h 696"/>
              <a:gd name="T12" fmla="*/ 379 w 909"/>
              <a:gd name="T13" fmla="*/ 696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9" h="696">
                <a:moveTo>
                  <a:pt x="379" y="696"/>
                </a:moveTo>
                <a:cubicBezTo>
                  <a:pt x="0" y="696"/>
                  <a:pt x="0" y="696"/>
                  <a:pt x="0" y="696"/>
                </a:cubicBezTo>
                <a:cubicBezTo>
                  <a:pt x="469" y="32"/>
                  <a:pt x="469" y="32"/>
                  <a:pt x="469" y="32"/>
                </a:cubicBezTo>
                <a:cubicBezTo>
                  <a:pt x="483" y="12"/>
                  <a:pt x="506" y="0"/>
                  <a:pt x="530" y="0"/>
                </a:cubicBezTo>
                <a:cubicBezTo>
                  <a:pt x="909" y="0"/>
                  <a:pt x="909" y="0"/>
                  <a:pt x="909" y="0"/>
                </a:cubicBezTo>
                <a:cubicBezTo>
                  <a:pt x="440" y="664"/>
                  <a:pt x="440" y="664"/>
                  <a:pt x="440" y="664"/>
                </a:cubicBezTo>
                <a:cubicBezTo>
                  <a:pt x="426" y="684"/>
                  <a:pt x="404" y="696"/>
                  <a:pt x="379" y="696"/>
                </a:cubicBezTo>
              </a:path>
            </a:pathLst>
          </a:custGeom>
          <a:solidFill>
            <a:srgbClr val="38B34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659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033096-8C61-6E10-E48D-48C59E985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113" y="2046537"/>
            <a:ext cx="9024687" cy="757130"/>
          </a:xfrm>
        </p:spPr>
        <p:txBody>
          <a:bodyPr/>
          <a:lstStyle/>
          <a:p>
            <a:r>
              <a:rPr lang="en-AU" dirty="0"/>
              <a:t>Section Header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E55155-E342-BDD0-DFA8-C166522C8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0674" y="1663331"/>
            <a:ext cx="1732204" cy="1234890"/>
          </a:xfrm>
        </p:spPr>
        <p:txBody>
          <a:bodyPr/>
          <a:lstStyle/>
          <a:p>
            <a:r>
              <a:rPr lang="en-AU" dirty="0"/>
              <a:t>01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4985DC-B9D5-1B67-09D4-AE711A84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9113" y="3080342"/>
            <a:ext cx="9024687" cy="441018"/>
          </a:xfrm>
        </p:spPr>
        <p:txBody>
          <a:bodyPr/>
          <a:lstStyle/>
          <a:p>
            <a:r>
              <a:rPr lang="en-AU" dirty="0"/>
              <a:t>Section Header Subtitle</a:t>
            </a:r>
          </a:p>
        </p:txBody>
      </p:sp>
    </p:spTree>
    <p:extLst>
      <p:ext uri="{BB962C8B-B14F-4D97-AF65-F5344CB8AC3E}">
        <p14:creationId xmlns:p14="http://schemas.microsoft.com/office/powerpoint/2010/main" val="1935771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BD0B29-85D9-6557-A198-E9744A4DA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Subtitle Text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517FD84-BEF5-501F-5A85-6E1E3CB3C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Title, Subtitle and 1 Column Content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CEE863-A91E-AF90-20C7-7DA9A4290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018377"/>
            <a:ext cx="10515600" cy="3743782"/>
          </a:xfrm>
        </p:spPr>
        <p:txBody>
          <a:bodyPr/>
          <a:lstStyle/>
          <a:p>
            <a:r>
              <a:rPr lang="en-AU" dirty="0"/>
              <a:t>Tempore </a:t>
            </a:r>
            <a:r>
              <a:rPr lang="en-AU" dirty="0" err="1"/>
              <a:t>pelicim</a:t>
            </a:r>
            <a:r>
              <a:rPr lang="en-AU" dirty="0"/>
              <a:t> </a:t>
            </a:r>
            <a:r>
              <a:rPr lang="en-AU" dirty="0" err="1"/>
              <a:t>peliquo</a:t>
            </a:r>
            <a:r>
              <a:rPr lang="en-AU" dirty="0"/>
              <a:t> </a:t>
            </a:r>
            <a:r>
              <a:rPr lang="en-AU" dirty="0" err="1"/>
              <a:t>digenitat</a:t>
            </a:r>
            <a:r>
              <a:rPr lang="en-AU" dirty="0"/>
              <a:t> </a:t>
            </a:r>
            <a:r>
              <a:rPr lang="en-AU" dirty="0" err="1"/>
              <a:t>doluptatiunt</a:t>
            </a:r>
            <a:r>
              <a:rPr lang="en-AU" dirty="0"/>
              <a:t> </a:t>
            </a:r>
            <a:r>
              <a:rPr lang="en-AU" dirty="0" err="1"/>
              <a:t>repelia</a:t>
            </a:r>
            <a:r>
              <a:rPr lang="en-AU" dirty="0"/>
              <a:t> </a:t>
            </a:r>
            <a:r>
              <a:rPr lang="en-AU" dirty="0" err="1"/>
              <a:t>quia</a:t>
            </a:r>
            <a:r>
              <a:rPr lang="en-AU" dirty="0"/>
              <a:t> </a:t>
            </a:r>
            <a:r>
              <a:rPr lang="en-AU" dirty="0" err="1"/>
              <a:t>volupta</a:t>
            </a:r>
            <a:r>
              <a:rPr lang="en-AU" dirty="0"/>
              <a:t> </a:t>
            </a:r>
            <a:r>
              <a:rPr lang="en-AU" dirty="0" err="1"/>
              <a:t>doluptaque</a:t>
            </a:r>
            <a:r>
              <a:rPr lang="en-AU" dirty="0"/>
              <a:t> </a:t>
            </a:r>
            <a:r>
              <a:rPr lang="en-AU" dirty="0" err="1"/>
              <a:t>experiatem</a:t>
            </a:r>
            <a:r>
              <a:rPr lang="en-AU" dirty="0"/>
              <a:t> </a:t>
            </a:r>
            <a:r>
              <a:rPr lang="en-AU" dirty="0" err="1"/>
              <a:t>quae</a:t>
            </a:r>
            <a:r>
              <a:rPr lang="en-AU" dirty="0"/>
              <a:t> </a:t>
            </a:r>
            <a:r>
              <a:rPr lang="en-AU" dirty="0" err="1"/>
              <a:t>pla</a:t>
            </a:r>
            <a:r>
              <a:rPr lang="en-AU" dirty="0"/>
              <a:t> </a:t>
            </a:r>
            <a:r>
              <a:rPr lang="en-AU" dirty="0" err="1"/>
              <a:t>simusciliquo</a:t>
            </a:r>
            <a:r>
              <a:rPr lang="en-AU" dirty="0"/>
              <a:t> de pe </a:t>
            </a:r>
            <a:r>
              <a:rPr lang="en-AU" dirty="0" err="1"/>
              <a:t>nulparciunti</a:t>
            </a:r>
            <a:r>
              <a:rPr lang="en-AU" dirty="0"/>
              <a:t> </a:t>
            </a:r>
            <a:r>
              <a:rPr lang="en-AU" dirty="0" err="1"/>
              <a:t>berum</a:t>
            </a:r>
            <a:r>
              <a:rPr lang="en-AU" dirty="0"/>
              <a:t> </a:t>
            </a:r>
            <a:r>
              <a:rPr lang="en-AU" dirty="0" err="1"/>
              <a:t>quistium</a:t>
            </a:r>
            <a:r>
              <a:rPr lang="en-AU" dirty="0"/>
              <a:t> que </a:t>
            </a:r>
            <a:r>
              <a:rPr lang="en-AU" dirty="0" err="1"/>
              <a:t>denia</a:t>
            </a:r>
            <a:r>
              <a:rPr lang="en-AU" dirty="0"/>
              <a:t> </a:t>
            </a:r>
            <a:r>
              <a:rPr lang="en-AU" dirty="0" err="1"/>
              <a:t>doluptasit</a:t>
            </a:r>
            <a:r>
              <a:rPr lang="en-AU" dirty="0"/>
              <a:t> </a:t>
            </a:r>
            <a:r>
              <a:rPr lang="en-AU" dirty="0" err="1"/>
              <a:t>exerios</a:t>
            </a:r>
            <a:r>
              <a:rPr lang="en-AU" dirty="0"/>
              <a:t> que </a:t>
            </a:r>
            <a:r>
              <a:rPr lang="en-AU" dirty="0" err="1"/>
              <a:t>vendi</a:t>
            </a:r>
            <a:r>
              <a:rPr lang="en-AU" dirty="0"/>
              <a:t> res </a:t>
            </a:r>
            <a:r>
              <a:rPr lang="en-AU" dirty="0" err="1"/>
              <a:t>rerspis</a:t>
            </a:r>
            <a:r>
              <a:rPr lang="en-AU" dirty="0"/>
              <a:t> et </a:t>
            </a:r>
            <a:r>
              <a:rPr lang="en-AU" dirty="0" err="1"/>
              <a:t>et</a:t>
            </a:r>
            <a:r>
              <a:rPr lang="en-AU" dirty="0"/>
              <a:t> </a:t>
            </a:r>
            <a:r>
              <a:rPr lang="en-AU" dirty="0" err="1"/>
              <a:t>quuntus</a:t>
            </a:r>
            <a:r>
              <a:rPr lang="en-AU" dirty="0"/>
              <a:t> </a:t>
            </a:r>
            <a:r>
              <a:rPr lang="en-AU" dirty="0" err="1"/>
              <a:t>simus</a:t>
            </a:r>
            <a:r>
              <a:rPr lang="en-AU" dirty="0"/>
              <a:t> </a:t>
            </a:r>
            <a:r>
              <a:rPr lang="en-AU" dirty="0" err="1"/>
              <a:t>illuptu</a:t>
            </a:r>
            <a:r>
              <a:rPr lang="en-AU" dirty="0"/>
              <a:t> </a:t>
            </a:r>
            <a:r>
              <a:rPr lang="en-AU" dirty="0" err="1"/>
              <a:t>sdaesequodi</a:t>
            </a:r>
            <a:r>
              <a:rPr lang="en-AU" dirty="0"/>
              <a:t> </a:t>
            </a:r>
            <a:r>
              <a:rPr lang="en-AU" dirty="0" err="1"/>
              <a:t>repre</a:t>
            </a:r>
            <a:r>
              <a:rPr lang="en-AU" dirty="0"/>
              <a:t> </a:t>
            </a:r>
            <a:r>
              <a:rPr lang="en-AU" dirty="0" err="1"/>
              <a:t>ea</a:t>
            </a:r>
            <a:r>
              <a:rPr lang="en-AU" dirty="0"/>
              <a:t> </a:t>
            </a:r>
            <a:r>
              <a:rPr lang="en-AU" dirty="0" err="1"/>
              <a:t>dias</a:t>
            </a:r>
            <a:r>
              <a:rPr lang="en-AU" dirty="0"/>
              <a:t> </a:t>
            </a:r>
            <a:r>
              <a:rPr lang="en-AU" dirty="0" err="1"/>
              <a:t>dolupta</a:t>
            </a:r>
            <a:r>
              <a:rPr lang="en-AU" dirty="0"/>
              <a:t> </a:t>
            </a:r>
            <a:r>
              <a:rPr lang="en-AU" dirty="0" err="1"/>
              <a:t>tenimaion</a:t>
            </a:r>
            <a:r>
              <a:rPr lang="en-AU" dirty="0"/>
              <a:t> </a:t>
            </a:r>
            <a:r>
              <a:rPr lang="en-AU" dirty="0" err="1"/>
              <a:t>consequam</a:t>
            </a:r>
            <a:r>
              <a:rPr lang="en-AU" dirty="0"/>
              <a:t> </a:t>
            </a:r>
            <a:r>
              <a:rPr lang="en-AU" dirty="0" err="1"/>
              <a:t>harum</a:t>
            </a:r>
            <a:r>
              <a:rPr lang="en-AU" dirty="0"/>
              <a:t> que </a:t>
            </a:r>
            <a:r>
              <a:rPr lang="en-AU" dirty="0" err="1"/>
              <a:t>alis</a:t>
            </a:r>
            <a:r>
              <a:rPr lang="en-AU" dirty="0"/>
              <a:t> </a:t>
            </a:r>
            <a:r>
              <a:rPr lang="en-AU" dirty="0" err="1"/>
              <a:t>evel</a:t>
            </a:r>
            <a:r>
              <a:rPr lang="en-AU" dirty="0"/>
              <a:t> </a:t>
            </a:r>
            <a:r>
              <a:rPr lang="en-AU" dirty="0" err="1"/>
              <a:t>everit</a:t>
            </a:r>
            <a:r>
              <a:rPr lang="en-AU" dirty="0"/>
              <a:t> </a:t>
            </a:r>
            <a:r>
              <a:rPr lang="en-AU" dirty="0" err="1"/>
              <a:t>dolupic</a:t>
            </a:r>
            <a:r>
              <a:rPr lang="en-AU" dirty="0"/>
              <a:t> </a:t>
            </a:r>
            <a:r>
              <a:rPr lang="en-AU" dirty="0" err="1"/>
              <a:t>itemquata</a:t>
            </a:r>
            <a:r>
              <a:rPr lang="en-AU" dirty="0"/>
              <a:t> </a:t>
            </a:r>
            <a:r>
              <a:rPr lang="en-AU" dirty="0" err="1"/>
              <a:t>doloribus</a:t>
            </a:r>
            <a:r>
              <a:rPr lang="en-AU" dirty="0"/>
              <a:t> molo </a:t>
            </a:r>
            <a:r>
              <a:rPr lang="en-AU" dirty="0" err="1"/>
              <a:t>illam</a:t>
            </a:r>
            <a:r>
              <a:rPr lang="en-AU" dirty="0"/>
              <a:t> </a:t>
            </a:r>
            <a:r>
              <a:rPr lang="en-AU" dirty="0" err="1"/>
              <a:t>sant</a:t>
            </a:r>
            <a:r>
              <a:rPr lang="en-AU" dirty="0"/>
              <a:t> </a:t>
            </a:r>
            <a:r>
              <a:rPr lang="en-AU" dirty="0" err="1"/>
              <a:t>rae</a:t>
            </a:r>
            <a:r>
              <a:rPr lang="en-AU" dirty="0"/>
              <a:t> </a:t>
            </a:r>
            <a:r>
              <a:rPr lang="en-AU" dirty="0" err="1"/>
              <a:t>paria</a:t>
            </a:r>
            <a:r>
              <a:rPr lang="en-AU" dirty="0"/>
              <a:t> </a:t>
            </a:r>
            <a:r>
              <a:rPr lang="en-AU" dirty="0" err="1"/>
              <a:t>eturibus</a:t>
            </a:r>
            <a:r>
              <a:rPr lang="en-AU" dirty="0"/>
              <a:t>.</a:t>
            </a:r>
          </a:p>
          <a:p>
            <a:pPr lvl="1"/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 </a:t>
            </a:r>
            <a:r>
              <a:rPr lang="en-AU" dirty="0" err="1"/>
              <a:t>quia</a:t>
            </a:r>
            <a:r>
              <a:rPr lang="en-AU" dirty="0"/>
              <a:t> dent et, </a:t>
            </a:r>
            <a:r>
              <a:rPr lang="en-AU" dirty="0" err="1"/>
              <a:t>quidunto</a:t>
            </a:r>
            <a:r>
              <a:rPr lang="en-AU" dirty="0"/>
              <a:t> </a:t>
            </a:r>
            <a:r>
              <a:rPr lang="en-AU" dirty="0" err="1"/>
              <a:t>offic</a:t>
            </a:r>
            <a:r>
              <a:rPr lang="en-AU" dirty="0"/>
              <a:t> </a:t>
            </a:r>
            <a:r>
              <a:rPr lang="en-AU" dirty="0" err="1"/>
              <a:t>tem</a:t>
            </a:r>
            <a:r>
              <a:rPr lang="en-AU" dirty="0"/>
              <a:t> </a:t>
            </a:r>
            <a:r>
              <a:rPr lang="en-AU" dirty="0" err="1"/>
              <a:t>nam</a:t>
            </a:r>
            <a:r>
              <a:rPr lang="en-AU" dirty="0"/>
              <a:t> </a:t>
            </a:r>
            <a:r>
              <a:rPr lang="en-AU" dirty="0" err="1"/>
              <a:t>destiorpore</a:t>
            </a:r>
            <a:r>
              <a:rPr lang="en-AU" dirty="0"/>
              <a:t> </a:t>
            </a:r>
            <a:r>
              <a:rPr lang="en-AU" dirty="0" err="1"/>
              <a:t>el</a:t>
            </a:r>
            <a:r>
              <a:rPr lang="en-AU" dirty="0"/>
              <a:t> id </a:t>
            </a:r>
            <a:r>
              <a:rPr lang="en-AU" dirty="0" err="1"/>
              <a:t>ut</a:t>
            </a:r>
            <a:r>
              <a:rPr lang="en-AU" dirty="0"/>
              <a:t> </a:t>
            </a:r>
            <a:r>
              <a:rPr lang="en-AU" dirty="0" err="1"/>
              <a:t>quiscimet</a:t>
            </a:r>
            <a:r>
              <a:rPr lang="en-AU" dirty="0"/>
              <a:t> </a:t>
            </a:r>
            <a:r>
              <a:rPr lang="en-AU" dirty="0" err="1"/>
              <a:t>parum</a:t>
            </a:r>
            <a:r>
              <a:rPr lang="en-AU" dirty="0"/>
              <a:t> </a:t>
            </a:r>
            <a:r>
              <a:rPr lang="en-AU" dirty="0" err="1"/>
              <a:t>dio</a:t>
            </a:r>
            <a:r>
              <a:rPr lang="en-AU" dirty="0"/>
              <a:t>. </a:t>
            </a:r>
            <a:r>
              <a:rPr lang="en-AU" dirty="0" err="1"/>
              <a:t>Occusam</a:t>
            </a:r>
            <a:r>
              <a:rPr lang="en-AU" dirty="0"/>
              <a:t> res sus </a:t>
            </a:r>
            <a:r>
              <a:rPr lang="en-AU" dirty="0" err="1"/>
              <a:t>dellest</a:t>
            </a:r>
            <a:r>
              <a:rPr lang="en-AU" dirty="0"/>
              <a:t> </a:t>
            </a:r>
            <a:r>
              <a:rPr lang="en-AU" dirty="0" err="1"/>
              <a:t>ibusam</a:t>
            </a:r>
            <a:r>
              <a:rPr lang="en-AU" dirty="0"/>
              <a:t> </a:t>
            </a:r>
            <a:r>
              <a:rPr lang="en-AU" dirty="0" err="1"/>
              <a:t>alibeatio</a:t>
            </a:r>
            <a:r>
              <a:rPr lang="en-AU" dirty="0"/>
              <a:t>.</a:t>
            </a:r>
          </a:p>
          <a:p>
            <a:pPr lvl="1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</a:t>
            </a:r>
            <a:r>
              <a:rPr lang="en-AU" dirty="0" err="1"/>
              <a:t>experia</a:t>
            </a:r>
            <a:r>
              <a:rPr lang="en-AU" dirty="0"/>
              <a:t> </a:t>
            </a:r>
            <a:r>
              <a:rPr lang="en-AU" dirty="0" err="1"/>
              <a:t>iusa</a:t>
            </a:r>
            <a:r>
              <a:rPr lang="en-AU" dirty="0"/>
              <a:t> event.</a:t>
            </a:r>
          </a:p>
          <a:p>
            <a:pPr lvl="1"/>
            <a:r>
              <a:rPr lang="en-AU" dirty="0" err="1"/>
              <a:t>Dunt</a:t>
            </a:r>
            <a:r>
              <a:rPr lang="en-AU" dirty="0"/>
              <a:t> et di </a:t>
            </a:r>
            <a:r>
              <a:rPr lang="en-AU" dirty="0" err="1"/>
              <a:t>accum</a:t>
            </a:r>
            <a:r>
              <a:rPr lang="en-AU" dirty="0"/>
              <a:t> lam </a:t>
            </a:r>
            <a:r>
              <a:rPr lang="en-AU" dirty="0" err="1"/>
              <a:t>quistiis</a:t>
            </a:r>
            <a:r>
              <a:rPr lang="en-AU" dirty="0"/>
              <a:t> </a:t>
            </a:r>
            <a:r>
              <a:rPr lang="en-AU" dirty="0" err="1"/>
              <a:t>debis</a:t>
            </a:r>
            <a:r>
              <a:rPr lang="en-AU" dirty="0"/>
              <a:t> </a:t>
            </a:r>
            <a:r>
              <a:rPr lang="en-AU" dirty="0" err="1"/>
              <a:t>exerchilla</a:t>
            </a:r>
            <a:r>
              <a:rPr lang="en-AU" dirty="0"/>
              <a:t> </a:t>
            </a:r>
            <a:r>
              <a:rPr lang="en-AU" dirty="0" err="1"/>
              <a:t>digenim</a:t>
            </a:r>
            <a:r>
              <a:rPr lang="en-AU" dirty="0"/>
              <a:t> </a:t>
            </a:r>
            <a:r>
              <a:rPr lang="en-AU" dirty="0" err="1"/>
              <a:t>inciis</a:t>
            </a:r>
            <a:r>
              <a:rPr lang="en-AU" dirty="0"/>
              <a:t> </a:t>
            </a:r>
            <a:r>
              <a:rPr lang="en-AU" dirty="0" err="1"/>
              <a:t>derenim</a:t>
            </a:r>
            <a:r>
              <a:rPr lang="en-AU" dirty="0"/>
              <a:t> </a:t>
            </a:r>
            <a:r>
              <a:rPr lang="en-AU" dirty="0" err="1"/>
              <a:t>velenitemo</a:t>
            </a:r>
            <a:r>
              <a:rPr lang="en-AU" dirty="0"/>
              <a:t> to </a:t>
            </a:r>
            <a:r>
              <a:rPr lang="en-AU" dirty="0" err="1"/>
              <a:t>blam</a:t>
            </a:r>
            <a:r>
              <a:rPr lang="en-AU" dirty="0"/>
              <a:t> </a:t>
            </a:r>
            <a:r>
              <a:rPr lang="en-AU" dirty="0" err="1"/>
              <a:t>voloria</a:t>
            </a:r>
            <a:r>
              <a:rPr lang="en-AU" dirty="0"/>
              <a:t> </a:t>
            </a:r>
            <a:r>
              <a:rPr lang="en-AU" dirty="0" err="1"/>
              <a:t>speliquaesto</a:t>
            </a:r>
            <a:r>
              <a:rPr lang="en-AU" dirty="0"/>
              <a:t> </a:t>
            </a:r>
            <a:r>
              <a:rPr lang="en-AU" dirty="0" err="1"/>
              <a:t>volorum</a:t>
            </a:r>
            <a:r>
              <a:rPr lang="en-AU" dirty="0"/>
              <a:t> nis qui dolore </a:t>
            </a:r>
            <a:r>
              <a:rPr lang="en-AU" dirty="0" err="1"/>
              <a:t>denet</a:t>
            </a:r>
            <a:r>
              <a:rPr lang="en-AU" dirty="0"/>
              <a:t> </a:t>
            </a:r>
            <a:r>
              <a:rPr lang="en-AU" dirty="0" err="1"/>
              <a:t>hariber</a:t>
            </a:r>
            <a:r>
              <a:rPr lang="en-AU" dirty="0"/>
              <a:t> </a:t>
            </a:r>
            <a:r>
              <a:rPr lang="en-AU" dirty="0" err="1"/>
              <a:t>oreicilique</a:t>
            </a:r>
            <a:r>
              <a:rPr lang="en-AU" dirty="0"/>
              <a:t> nobis </a:t>
            </a:r>
            <a:r>
              <a:rPr lang="en-AU" dirty="0" err="1"/>
              <a:t>doluptatur</a:t>
            </a:r>
            <a:r>
              <a:rPr lang="en-AU" dirty="0"/>
              <a:t>? </a:t>
            </a:r>
            <a:r>
              <a:rPr lang="en-AU" dirty="0" err="1"/>
              <a:t>Pudant</a:t>
            </a:r>
            <a:r>
              <a:rPr lang="en-AU" dirty="0"/>
              <a:t>. </a:t>
            </a:r>
            <a:r>
              <a:rPr lang="en-AU" dirty="0" err="1"/>
              <a:t>Beatem</a:t>
            </a:r>
            <a:r>
              <a:rPr lang="en-AU" dirty="0"/>
              <a:t>. Ut </a:t>
            </a:r>
            <a:r>
              <a:rPr lang="en-AU" dirty="0" err="1"/>
              <a:t>andias</a:t>
            </a:r>
            <a:r>
              <a:rPr lang="en-AU" dirty="0"/>
              <a:t> </a:t>
            </a:r>
            <a:r>
              <a:rPr lang="en-AU" dirty="0" err="1"/>
              <a:t>magnat</a:t>
            </a:r>
            <a:r>
              <a:rPr lang="en-AU" dirty="0"/>
              <a:t> il </a:t>
            </a:r>
            <a:r>
              <a:rPr lang="en-AU" dirty="0" err="1"/>
              <a:t>iuntem</a:t>
            </a:r>
            <a:r>
              <a:rPr lang="en-AU" dirty="0"/>
              <a:t> uta </a:t>
            </a:r>
            <a:r>
              <a:rPr lang="en-AU" dirty="0" err="1"/>
              <a:t>volorest</a:t>
            </a:r>
            <a:r>
              <a:rPr lang="en-AU" dirty="0"/>
              <a:t> </a:t>
            </a:r>
            <a:r>
              <a:rPr lang="en-AU" dirty="0" err="1"/>
              <a:t>quuntiuntio</a:t>
            </a:r>
            <a:r>
              <a:rPr lang="en-AU" dirty="0"/>
              <a:t>.</a:t>
            </a:r>
          </a:p>
          <a:p>
            <a:pPr lvl="1"/>
            <a:r>
              <a:rPr lang="en-AU" dirty="0"/>
              <a:t>Ga. Dent </a:t>
            </a:r>
            <a:r>
              <a:rPr lang="en-AU" dirty="0" err="1"/>
              <a:t>explit</a:t>
            </a:r>
            <a:r>
              <a:rPr lang="en-AU" dirty="0"/>
              <a:t> </a:t>
            </a:r>
            <a:r>
              <a:rPr lang="en-AU" dirty="0" err="1"/>
              <a:t>veliquae</a:t>
            </a:r>
            <a:r>
              <a:rPr lang="en-AU" dirty="0"/>
              <a:t> </a:t>
            </a:r>
            <a:r>
              <a:rPr lang="en-AU" dirty="0" err="1"/>
              <a:t>nempore</a:t>
            </a:r>
            <a:r>
              <a:rPr lang="en-AU" dirty="0"/>
              <a:t> </a:t>
            </a:r>
            <a:r>
              <a:rPr lang="en-AU" dirty="0" err="1"/>
              <a:t>modiciist</a:t>
            </a:r>
            <a:r>
              <a:rPr lang="en-AU" dirty="0"/>
              <a:t>, </a:t>
            </a:r>
            <a:r>
              <a:rPr lang="en-AU" dirty="0" err="1"/>
              <a:t>omnihillat</a:t>
            </a:r>
            <a:r>
              <a:rPr lang="en-AU" dirty="0"/>
              <a:t>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3421A6-ACA8-DBF6-2CFE-24ABD0BEB1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1.1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608447-4071-F9A7-142E-5FACBAFB0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764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D2B9F3E-CFA6-130A-7840-700B90EA8D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6B025F-68A5-0A0D-A7E4-9AB25720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</p:spPr>
        <p:txBody>
          <a:bodyPr/>
          <a:lstStyle/>
          <a:p>
            <a:r>
              <a:rPr lang="en-AU" dirty="0"/>
              <a:t>Title and 2 Column Content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4B701B-B1F5-51BE-50A8-18E88ACEA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29200" cy="4168513"/>
          </a:xfrm>
        </p:spPr>
        <p:txBody>
          <a:bodyPr/>
          <a:lstStyle/>
          <a:p>
            <a:r>
              <a:rPr lang="en-AU" dirty="0"/>
              <a:t>Tempore </a:t>
            </a:r>
            <a:r>
              <a:rPr lang="en-AU" dirty="0" err="1"/>
              <a:t>pelicim</a:t>
            </a:r>
            <a:r>
              <a:rPr lang="en-AU" dirty="0"/>
              <a:t> </a:t>
            </a:r>
            <a:r>
              <a:rPr lang="en-AU" dirty="0" err="1"/>
              <a:t>peliquo</a:t>
            </a:r>
            <a:r>
              <a:rPr lang="en-AU" dirty="0"/>
              <a:t> </a:t>
            </a:r>
            <a:r>
              <a:rPr lang="en-AU" dirty="0" err="1"/>
              <a:t>digenitat</a:t>
            </a:r>
            <a:r>
              <a:rPr lang="en-AU" dirty="0"/>
              <a:t> </a:t>
            </a:r>
            <a:r>
              <a:rPr lang="en-AU" dirty="0" err="1"/>
              <a:t>doluptatiunt</a:t>
            </a:r>
            <a:r>
              <a:rPr lang="en-AU" dirty="0"/>
              <a:t> </a:t>
            </a:r>
            <a:r>
              <a:rPr lang="en-AU" dirty="0" err="1"/>
              <a:t>repelia</a:t>
            </a:r>
            <a:r>
              <a:rPr lang="en-AU" dirty="0"/>
              <a:t> </a:t>
            </a:r>
            <a:r>
              <a:rPr lang="en-AU" dirty="0" err="1"/>
              <a:t>quia</a:t>
            </a:r>
            <a:r>
              <a:rPr lang="en-AU" dirty="0"/>
              <a:t> </a:t>
            </a:r>
            <a:r>
              <a:rPr lang="en-AU" dirty="0" err="1"/>
              <a:t>volupta</a:t>
            </a:r>
            <a:r>
              <a:rPr lang="en-AU" dirty="0"/>
              <a:t> </a:t>
            </a:r>
            <a:r>
              <a:rPr lang="en-AU" dirty="0" err="1"/>
              <a:t>doluptaque</a:t>
            </a:r>
            <a:r>
              <a:rPr lang="en-AU" dirty="0"/>
              <a:t> </a:t>
            </a:r>
            <a:r>
              <a:rPr lang="en-AU" dirty="0" err="1"/>
              <a:t>experiatem</a:t>
            </a:r>
            <a:r>
              <a:rPr lang="en-AU" dirty="0"/>
              <a:t> </a:t>
            </a:r>
            <a:r>
              <a:rPr lang="en-AU" dirty="0" err="1"/>
              <a:t>quae</a:t>
            </a:r>
            <a:r>
              <a:rPr lang="en-AU" dirty="0"/>
              <a:t> </a:t>
            </a:r>
            <a:r>
              <a:rPr lang="en-AU" dirty="0" err="1"/>
              <a:t>pla</a:t>
            </a:r>
            <a:r>
              <a:rPr lang="en-AU" dirty="0"/>
              <a:t> </a:t>
            </a:r>
            <a:r>
              <a:rPr lang="en-AU" dirty="0" err="1"/>
              <a:t>simusciliquo</a:t>
            </a:r>
            <a:r>
              <a:rPr lang="en-AU" dirty="0"/>
              <a:t> de pe </a:t>
            </a:r>
            <a:r>
              <a:rPr lang="en-AU" dirty="0" err="1"/>
              <a:t>nulparciunti</a:t>
            </a:r>
            <a:r>
              <a:rPr lang="en-AU" dirty="0"/>
              <a:t> </a:t>
            </a:r>
            <a:r>
              <a:rPr lang="en-AU" dirty="0" err="1"/>
              <a:t>berum</a:t>
            </a:r>
            <a:r>
              <a:rPr lang="en-AU" dirty="0"/>
              <a:t> </a:t>
            </a:r>
            <a:r>
              <a:rPr lang="en-AU" dirty="0" err="1"/>
              <a:t>quistium</a:t>
            </a:r>
            <a:r>
              <a:rPr lang="en-AU" dirty="0"/>
              <a:t> que </a:t>
            </a:r>
            <a:r>
              <a:rPr lang="en-AU" dirty="0" err="1"/>
              <a:t>denia</a:t>
            </a:r>
            <a:r>
              <a:rPr lang="en-AU" dirty="0"/>
              <a:t> </a:t>
            </a:r>
            <a:r>
              <a:rPr lang="en-AU" dirty="0" err="1"/>
              <a:t>doluptasit</a:t>
            </a:r>
            <a:r>
              <a:rPr lang="en-AU" dirty="0"/>
              <a:t> </a:t>
            </a:r>
            <a:r>
              <a:rPr lang="en-AU" dirty="0" err="1"/>
              <a:t>exerios</a:t>
            </a:r>
            <a:r>
              <a:rPr lang="en-AU" dirty="0"/>
              <a:t> que </a:t>
            </a:r>
            <a:r>
              <a:rPr lang="en-AU" dirty="0" err="1"/>
              <a:t>vendi</a:t>
            </a:r>
            <a:r>
              <a:rPr lang="en-AU" dirty="0"/>
              <a:t> res </a:t>
            </a:r>
            <a:r>
              <a:rPr lang="en-AU" dirty="0" err="1"/>
              <a:t>rerspis</a:t>
            </a:r>
            <a:r>
              <a:rPr lang="en-AU" dirty="0"/>
              <a:t> et </a:t>
            </a:r>
            <a:r>
              <a:rPr lang="en-AU" dirty="0" err="1"/>
              <a:t>et</a:t>
            </a:r>
            <a:r>
              <a:rPr lang="en-AU" dirty="0"/>
              <a:t> </a:t>
            </a:r>
            <a:r>
              <a:rPr lang="en-AU" dirty="0" err="1"/>
              <a:t>quuntus</a:t>
            </a:r>
            <a:r>
              <a:rPr lang="en-AU" dirty="0"/>
              <a:t> </a:t>
            </a:r>
            <a:r>
              <a:rPr lang="en-AU" dirty="0" err="1"/>
              <a:t>simus</a:t>
            </a:r>
            <a:r>
              <a:rPr lang="en-AU" dirty="0"/>
              <a:t> </a:t>
            </a:r>
            <a:r>
              <a:rPr lang="en-AU" dirty="0" err="1"/>
              <a:t>illuptu</a:t>
            </a:r>
            <a:r>
              <a:rPr lang="en-AU" dirty="0"/>
              <a:t> </a:t>
            </a:r>
            <a:r>
              <a:rPr lang="en-AU" dirty="0" err="1"/>
              <a:t>sdaesequodi</a:t>
            </a:r>
            <a:r>
              <a:rPr lang="en-AU" dirty="0"/>
              <a:t> </a:t>
            </a:r>
            <a:r>
              <a:rPr lang="en-AU" dirty="0" err="1"/>
              <a:t>repre</a:t>
            </a:r>
            <a:r>
              <a:rPr lang="en-AU" dirty="0"/>
              <a:t> </a:t>
            </a:r>
            <a:r>
              <a:rPr lang="en-AU" dirty="0" err="1"/>
              <a:t>ea</a:t>
            </a:r>
            <a:r>
              <a:rPr lang="en-AU" dirty="0"/>
              <a:t> </a:t>
            </a:r>
            <a:r>
              <a:rPr lang="en-AU" dirty="0" err="1"/>
              <a:t>dias</a:t>
            </a:r>
            <a:r>
              <a:rPr lang="en-AU" dirty="0"/>
              <a:t> </a:t>
            </a:r>
            <a:r>
              <a:rPr lang="en-AU" dirty="0" err="1"/>
              <a:t>dolupta</a:t>
            </a:r>
            <a:r>
              <a:rPr lang="en-AU" dirty="0"/>
              <a:t> </a:t>
            </a:r>
            <a:r>
              <a:rPr lang="en-AU" dirty="0" err="1"/>
              <a:t>tenimaion</a:t>
            </a:r>
            <a:r>
              <a:rPr lang="en-AU" dirty="0"/>
              <a:t> </a:t>
            </a:r>
            <a:r>
              <a:rPr lang="en-AU" dirty="0" err="1"/>
              <a:t>consequam</a:t>
            </a:r>
            <a:r>
              <a:rPr lang="en-AU" dirty="0"/>
              <a:t> </a:t>
            </a:r>
            <a:r>
              <a:rPr lang="en-AU" dirty="0" err="1"/>
              <a:t>harum</a:t>
            </a:r>
            <a:r>
              <a:rPr lang="en-AU" dirty="0"/>
              <a:t> que </a:t>
            </a:r>
            <a:r>
              <a:rPr lang="en-AU" dirty="0" err="1"/>
              <a:t>alis</a:t>
            </a:r>
            <a:r>
              <a:rPr lang="en-AU" dirty="0"/>
              <a:t> </a:t>
            </a:r>
            <a:r>
              <a:rPr lang="en-AU" dirty="0" err="1"/>
              <a:t>evel</a:t>
            </a:r>
            <a:r>
              <a:rPr lang="en-AU" dirty="0"/>
              <a:t> </a:t>
            </a:r>
            <a:r>
              <a:rPr lang="en-AU" dirty="0" err="1"/>
              <a:t>everit</a:t>
            </a:r>
            <a:r>
              <a:rPr lang="en-AU" dirty="0"/>
              <a:t> </a:t>
            </a:r>
            <a:r>
              <a:rPr lang="en-AU" dirty="0" err="1"/>
              <a:t>dolupic</a:t>
            </a:r>
            <a:r>
              <a:rPr lang="en-AU" dirty="0"/>
              <a:t> </a:t>
            </a:r>
            <a:r>
              <a:rPr lang="en-AU" dirty="0" err="1"/>
              <a:t>itemquata</a:t>
            </a:r>
            <a:r>
              <a:rPr lang="en-AU" dirty="0"/>
              <a:t> </a:t>
            </a:r>
            <a:r>
              <a:rPr lang="en-AU" dirty="0" err="1"/>
              <a:t>doloribus</a:t>
            </a:r>
            <a:r>
              <a:rPr lang="en-AU" dirty="0"/>
              <a:t> molo </a:t>
            </a:r>
            <a:r>
              <a:rPr lang="en-AU" dirty="0" err="1"/>
              <a:t>illam</a:t>
            </a:r>
            <a:r>
              <a:rPr lang="en-AU" dirty="0"/>
              <a:t> </a:t>
            </a:r>
            <a:r>
              <a:rPr lang="en-AU" dirty="0" err="1"/>
              <a:t>sant</a:t>
            </a:r>
            <a:r>
              <a:rPr lang="en-AU" dirty="0"/>
              <a:t> </a:t>
            </a:r>
            <a:r>
              <a:rPr lang="en-AU" dirty="0" err="1"/>
              <a:t>rae</a:t>
            </a:r>
            <a:r>
              <a:rPr lang="en-AU" dirty="0"/>
              <a:t> </a:t>
            </a:r>
            <a:r>
              <a:rPr lang="en-AU" dirty="0" err="1"/>
              <a:t>paria</a:t>
            </a:r>
            <a:r>
              <a:rPr lang="en-AU" dirty="0"/>
              <a:t> </a:t>
            </a:r>
            <a:r>
              <a:rPr lang="en-AU" dirty="0" err="1"/>
              <a:t>eturibus</a:t>
            </a:r>
            <a:r>
              <a:rPr lang="en-AU" dirty="0"/>
              <a:t>.</a:t>
            </a:r>
          </a:p>
          <a:p>
            <a:pPr lvl="1"/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 </a:t>
            </a:r>
            <a:r>
              <a:rPr lang="en-AU" dirty="0" err="1"/>
              <a:t>quia</a:t>
            </a:r>
            <a:r>
              <a:rPr lang="en-AU" dirty="0"/>
              <a:t> dent et, </a:t>
            </a:r>
            <a:r>
              <a:rPr lang="en-AU" dirty="0" err="1"/>
              <a:t>quidunto</a:t>
            </a:r>
            <a:r>
              <a:rPr lang="en-AU" dirty="0"/>
              <a:t> </a:t>
            </a:r>
            <a:r>
              <a:rPr lang="en-AU" dirty="0" err="1"/>
              <a:t>offic</a:t>
            </a:r>
            <a:r>
              <a:rPr lang="en-AU" dirty="0"/>
              <a:t> </a:t>
            </a:r>
            <a:r>
              <a:rPr lang="en-AU" dirty="0" err="1"/>
              <a:t>tem</a:t>
            </a:r>
            <a:r>
              <a:rPr lang="en-AU" dirty="0"/>
              <a:t> </a:t>
            </a:r>
            <a:r>
              <a:rPr lang="en-AU" dirty="0" err="1"/>
              <a:t>nam</a:t>
            </a:r>
            <a:r>
              <a:rPr lang="en-AU" dirty="0"/>
              <a:t> </a:t>
            </a:r>
            <a:r>
              <a:rPr lang="en-AU" dirty="0" err="1"/>
              <a:t>destiorpore</a:t>
            </a:r>
            <a:r>
              <a:rPr lang="en-AU" dirty="0"/>
              <a:t> </a:t>
            </a:r>
            <a:r>
              <a:rPr lang="en-AU" dirty="0" err="1"/>
              <a:t>el</a:t>
            </a:r>
            <a:r>
              <a:rPr lang="en-AU" dirty="0"/>
              <a:t> id </a:t>
            </a:r>
            <a:r>
              <a:rPr lang="en-AU" dirty="0" err="1"/>
              <a:t>ut</a:t>
            </a:r>
            <a:r>
              <a:rPr lang="en-AU" dirty="0"/>
              <a:t> </a:t>
            </a:r>
            <a:r>
              <a:rPr lang="en-AU" dirty="0" err="1"/>
              <a:t>quiscimet</a:t>
            </a:r>
            <a:r>
              <a:rPr lang="en-AU" dirty="0"/>
              <a:t> </a:t>
            </a:r>
            <a:r>
              <a:rPr lang="en-AU" dirty="0" err="1"/>
              <a:t>parum</a:t>
            </a:r>
            <a:r>
              <a:rPr lang="en-AU" dirty="0"/>
              <a:t> </a:t>
            </a:r>
            <a:r>
              <a:rPr lang="en-AU" dirty="0" err="1"/>
              <a:t>dio</a:t>
            </a:r>
            <a:r>
              <a:rPr lang="en-AU" dirty="0"/>
              <a:t>.</a:t>
            </a:r>
          </a:p>
          <a:p>
            <a:pPr lvl="1"/>
            <a:r>
              <a:rPr lang="en-AU" dirty="0" err="1"/>
              <a:t>Occusam</a:t>
            </a:r>
            <a:r>
              <a:rPr lang="en-AU" dirty="0"/>
              <a:t> res sus </a:t>
            </a:r>
            <a:r>
              <a:rPr lang="en-AU" dirty="0" err="1"/>
              <a:t>dellest</a:t>
            </a:r>
            <a:r>
              <a:rPr lang="en-AU" dirty="0"/>
              <a:t> </a:t>
            </a:r>
            <a:r>
              <a:rPr lang="en-AU" dirty="0" err="1"/>
              <a:t>ibusam</a:t>
            </a:r>
            <a:r>
              <a:rPr lang="en-AU" dirty="0"/>
              <a:t> </a:t>
            </a:r>
            <a:r>
              <a:rPr lang="en-AU" dirty="0" err="1"/>
              <a:t>alibeatio</a:t>
            </a:r>
            <a:r>
              <a:rPr lang="en-AU" dirty="0"/>
              <a:t>.</a:t>
            </a:r>
          </a:p>
          <a:p>
            <a:pPr lvl="1"/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 </a:t>
            </a:r>
            <a:r>
              <a:rPr lang="en-AU" dirty="0" err="1"/>
              <a:t>quia</a:t>
            </a:r>
            <a:r>
              <a:rPr lang="en-AU" dirty="0"/>
              <a:t> dent et.</a:t>
            </a:r>
          </a:p>
          <a:p>
            <a:pPr lvl="1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</a:t>
            </a:r>
            <a:r>
              <a:rPr lang="en-AU" dirty="0" err="1"/>
              <a:t>experia</a:t>
            </a:r>
            <a:r>
              <a:rPr lang="en-AU" dirty="0"/>
              <a:t> </a:t>
            </a:r>
            <a:r>
              <a:rPr lang="en-AU" dirty="0" err="1"/>
              <a:t>iusa</a:t>
            </a:r>
            <a:r>
              <a:rPr lang="en-AU" dirty="0"/>
              <a:t> event.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C55916-BA47-04D3-E372-15DE0541A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6</a:t>
            </a:fld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9544E0-370C-F4E4-12D8-82D7B44B3F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65188"/>
            <a:ext cx="733425" cy="458787"/>
          </a:xfrm>
        </p:spPr>
        <p:txBody>
          <a:bodyPr/>
          <a:lstStyle/>
          <a:p>
            <a:r>
              <a:rPr lang="en-AU" dirty="0"/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220296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C7606E0-33EC-BBBE-1BF4-52B8521C70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5029200" cy="409343"/>
          </a:xfrm>
        </p:spPr>
        <p:txBody>
          <a:bodyPr/>
          <a:lstStyle/>
          <a:p>
            <a:r>
              <a:rPr lang="en-AU" dirty="0"/>
              <a:t>Subtitle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DA5A6E6-21FB-073B-4D3B-9526C8AC2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</p:spPr>
        <p:txBody>
          <a:bodyPr/>
          <a:lstStyle/>
          <a:p>
            <a:r>
              <a:rPr lang="en-AU" dirty="0"/>
              <a:t>Title, Subtitle and 2 Column Content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53DA0C-22EF-07E3-4809-B385D1E0E5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018377"/>
            <a:ext cx="5029200" cy="3743782"/>
          </a:xfrm>
        </p:spPr>
        <p:txBody>
          <a:bodyPr/>
          <a:lstStyle/>
          <a:p>
            <a:r>
              <a:rPr lang="en-AU" dirty="0"/>
              <a:t>Tempore </a:t>
            </a:r>
            <a:r>
              <a:rPr lang="en-AU" dirty="0" err="1"/>
              <a:t>pelicim</a:t>
            </a:r>
            <a:r>
              <a:rPr lang="en-AU" dirty="0"/>
              <a:t> </a:t>
            </a:r>
            <a:r>
              <a:rPr lang="en-AU" dirty="0" err="1"/>
              <a:t>peliquo</a:t>
            </a:r>
            <a:r>
              <a:rPr lang="en-AU" dirty="0"/>
              <a:t> </a:t>
            </a:r>
            <a:r>
              <a:rPr lang="en-AU" dirty="0" err="1"/>
              <a:t>digenitat</a:t>
            </a:r>
            <a:r>
              <a:rPr lang="en-AU" dirty="0"/>
              <a:t> </a:t>
            </a:r>
            <a:r>
              <a:rPr lang="en-AU" dirty="0" err="1"/>
              <a:t>doluptatiunt</a:t>
            </a:r>
            <a:r>
              <a:rPr lang="en-AU" dirty="0"/>
              <a:t> </a:t>
            </a:r>
            <a:r>
              <a:rPr lang="en-AU" dirty="0" err="1"/>
              <a:t>repelia</a:t>
            </a:r>
            <a:r>
              <a:rPr lang="en-AU" dirty="0"/>
              <a:t> </a:t>
            </a:r>
            <a:r>
              <a:rPr lang="en-AU" dirty="0" err="1"/>
              <a:t>quia</a:t>
            </a:r>
            <a:r>
              <a:rPr lang="en-AU" dirty="0"/>
              <a:t> </a:t>
            </a:r>
            <a:r>
              <a:rPr lang="en-AU" dirty="0" err="1"/>
              <a:t>volupta</a:t>
            </a:r>
            <a:r>
              <a:rPr lang="en-AU" dirty="0"/>
              <a:t> </a:t>
            </a:r>
            <a:r>
              <a:rPr lang="en-AU" dirty="0" err="1"/>
              <a:t>doluptaque</a:t>
            </a:r>
            <a:r>
              <a:rPr lang="en-AU" dirty="0"/>
              <a:t> </a:t>
            </a:r>
            <a:r>
              <a:rPr lang="en-AU" dirty="0" err="1"/>
              <a:t>experiatem</a:t>
            </a:r>
            <a:r>
              <a:rPr lang="en-AU" dirty="0"/>
              <a:t> </a:t>
            </a:r>
            <a:r>
              <a:rPr lang="en-AU" dirty="0" err="1"/>
              <a:t>quae</a:t>
            </a:r>
            <a:r>
              <a:rPr lang="en-AU" dirty="0"/>
              <a:t> </a:t>
            </a:r>
            <a:r>
              <a:rPr lang="en-AU" dirty="0" err="1"/>
              <a:t>pla</a:t>
            </a:r>
            <a:r>
              <a:rPr lang="en-AU" dirty="0"/>
              <a:t> </a:t>
            </a:r>
            <a:r>
              <a:rPr lang="en-AU" dirty="0" err="1"/>
              <a:t>simusciliquo</a:t>
            </a:r>
            <a:r>
              <a:rPr lang="en-AU" dirty="0"/>
              <a:t> de pe </a:t>
            </a:r>
            <a:r>
              <a:rPr lang="en-AU" dirty="0" err="1"/>
              <a:t>nulparciunti</a:t>
            </a:r>
            <a:r>
              <a:rPr lang="en-AU" dirty="0"/>
              <a:t> </a:t>
            </a:r>
            <a:r>
              <a:rPr lang="en-AU" dirty="0" err="1"/>
              <a:t>berum</a:t>
            </a:r>
            <a:r>
              <a:rPr lang="en-AU" dirty="0"/>
              <a:t> </a:t>
            </a:r>
            <a:r>
              <a:rPr lang="en-AU" dirty="0" err="1"/>
              <a:t>quistium</a:t>
            </a:r>
            <a:r>
              <a:rPr lang="en-AU" dirty="0"/>
              <a:t> que </a:t>
            </a:r>
            <a:r>
              <a:rPr lang="en-AU" dirty="0" err="1"/>
              <a:t>denia</a:t>
            </a:r>
            <a:r>
              <a:rPr lang="en-AU" dirty="0"/>
              <a:t> </a:t>
            </a:r>
            <a:r>
              <a:rPr lang="en-AU" dirty="0" err="1"/>
              <a:t>doluptasit</a:t>
            </a:r>
            <a:r>
              <a:rPr lang="en-AU" dirty="0"/>
              <a:t> </a:t>
            </a:r>
            <a:r>
              <a:rPr lang="en-AU" dirty="0" err="1"/>
              <a:t>exerios</a:t>
            </a:r>
            <a:r>
              <a:rPr lang="en-AU" dirty="0"/>
              <a:t> que </a:t>
            </a:r>
            <a:r>
              <a:rPr lang="en-AU" dirty="0" err="1"/>
              <a:t>vendi</a:t>
            </a:r>
            <a:r>
              <a:rPr lang="en-AU" dirty="0"/>
              <a:t> res </a:t>
            </a:r>
            <a:r>
              <a:rPr lang="en-AU" dirty="0" err="1"/>
              <a:t>rerspis</a:t>
            </a:r>
            <a:r>
              <a:rPr lang="en-AU" dirty="0"/>
              <a:t> et </a:t>
            </a:r>
            <a:r>
              <a:rPr lang="en-AU" dirty="0" err="1"/>
              <a:t>et</a:t>
            </a:r>
            <a:r>
              <a:rPr lang="en-AU" dirty="0"/>
              <a:t> </a:t>
            </a:r>
            <a:r>
              <a:rPr lang="en-AU" dirty="0" err="1"/>
              <a:t>quuntus</a:t>
            </a:r>
            <a:r>
              <a:rPr lang="en-AU" dirty="0"/>
              <a:t> </a:t>
            </a:r>
            <a:r>
              <a:rPr lang="en-AU" dirty="0" err="1"/>
              <a:t>simus</a:t>
            </a:r>
            <a:r>
              <a:rPr lang="en-AU" dirty="0"/>
              <a:t> </a:t>
            </a:r>
            <a:r>
              <a:rPr lang="en-AU" dirty="0" err="1"/>
              <a:t>illuptu</a:t>
            </a:r>
            <a:r>
              <a:rPr lang="en-AU" dirty="0"/>
              <a:t> </a:t>
            </a:r>
            <a:r>
              <a:rPr lang="en-AU" dirty="0" err="1"/>
              <a:t>sdaesequodi</a:t>
            </a:r>
            <a:r>
              <a:rPr lang="en-AU" dirty="0"/>
              <a:t> </a:t>
            </a:r>
            <a:r>
              <a:rPr lang="en-AU" dirty="0" err="1"/>
              <a:t>repre</a:t>
            </a:r>
            <a:r>
              <a:rPr lang="en-AU" dirty="0"/>
              <a:t> </a:t>
            </a:r>
            <a:r>
              <a:rPr lang="en-AU" dirty="0" err="1"/>
              <a:t>ea</a:t>
            </a:r>
            <a:r>
              <a:rPr lang="en-AU" dirty="0"/>
              <a:t> </a:t>
            </a:r>
            <a:r>
              <a:rPr lang="en-AU" dirty="0" err="1"/>
              <a:t>dias</a:t>
            </a:r>
            <a:r>
              <a:rPr lang="en-AU" dirty="0"/>
              <a:t> </a:t>
            </a:r>
            <a:r>
              <a:rPr lang="en-AU" dirty="0" err="1"/>
              <a:t>dolupta</a:t>
            </a:r>
            <a:r>
              <a:rPr lang="en-AU" dirty="0"/>
              <a:t> </a:t>
            </a:r>
            <a:r>
              <a:rPr lang="en-AU" dirty="0" err="1"/>
              <a:t>tenimaion</a:t>
            </a:r>
            <a:r>
              <a:rPr lang="en-AU" dirty="0"/>
              <a:t> </a:t>
            </a:r>
            <a:r>
              <a:rPr lang="en-AU" dirty="0" err="1"/>
              <a:t>consequam</a:t>
            </a:r>
            <a:r>
              <a:rPr lang="en-AU" dirty="0"/>
              <a:t> </a:t>
            </a:r>
            <a:r>
              <a:rPr lang="en-AU" dirty="0" err="1"/>
              <a:t>harum</a:t>
            </a:r>
            <a:r>
              <a:rPr lang="en-AU" dirty="0"/>
              <a:t> que </a:t>
            </a:r>
            <a:r>
              <a:rPr lang="en-AU" dirty="0" err="1"/>
              <a:t>alis</a:t>
            </a:r>
            <a:r>
              <a:rPr lang="en-AU" dirty="0"/>
              <a:t> </a:t>
            </a:r>
            <a:r>
              <a:rPr lang="en-AU" dirty="0" err="1"/>
              <a:t>evel</a:t>
            </a:r>
            <a:r>
              <a:rPr lang="en-AU" dirty="0"/>
              <a:t> </a:t>
            </a:r>
            <a:r>
              <a:rPr lang="en-AU" dirty="0" err="1"/>
              <a:t>everit</a:t>
            </a:r>
            <a:r>
              <a:rPr lang="en-AU" dirty="0"/>
              <a:t> </a:t>
            </a:r>
            <a:r>
              <a:rPr lang="en-AU" dirty="0" err="1"/>
              <a:t>dolupic</a:t>
            </a:r>
            <a:r>
              <a:rPr lang="en-AU" dirty="0"/>
              <a:t> </a:t>
            </a:r>
            <a:r>
              <a:rPr lang="en-AU" dirty="0" err="1"/>
              <a:t>itemquata</a:t>
            </a:r>
            <a:r>
              <a:rPr lang="en-AU" dirty="0"/>
              <a:t> </a:t>
            </a:r>
            <a:r>
              <a:rPr lang="en-AU" dirty="0" err="1"/>
              <a:t>doloribus</a:t>
            </a:r>
            <a:r>
              <a:rPr lang="en-AU" dirty="0"/>
              <a:t> molo </a:t>
            </a:r>
            <a:r>
              <a:rPr lang="en-AU" dirty="0" err="1"/>
              <a:t>illam</a:t>
            </a:r>
            <a:r>
              <a:rPr lang="en-AU" dirty="0"/>
              <a:t> </a:t>
            </a:r>
            <a:r>
              <a:rPr lang="en-AU" dirty="0" err="1"/>
              <a:t>sant</a:t>
            </a:r>
            <a:r>
              <a:rPr lang="en-AU" dirty="0"/>
              <a:t> </a:t>
            </a:r>
            <a:r>
              <a:rPr lang="en-AU" dirty="0" err="1"/>
              <a:t>rae</a:t>
            </a:r>
            <a:r>
              <a:rPr lang="en-AU" dirty="0"/>
              <a:t> </a:t>
            </a:r>
            <a:r>
              <a:rPr lang="en-AU" dirty="0" err="1"/>
              <a:t>paria</a:t>
            </a:r>
            <a:r>
              <a:rPr lang="en-AU" dirty="0"/>
              <a:t> </a:t>
            </a:r>
            <a:r>
              <a:rPr lang="en-AU" dirty="0" err="1"/>
              <a:t>eturibus</a:t>
            </a:r>
            <a:r>
              <a:rPr lang="en-AU" dirty="0"/>
              <a:t>.</a:t>
            </a:r>
          </a:p>
          <a:p>
            <a:pPr lvl="1"/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 </a:t>
            </a:r>
            <a:r>
              <a:rPr lang="en-AU" dirty="0" err="1"/>
              <a:t>quia</a:t>
            </a:r>
            <a:r>
              <a:rPr lang="en-AU" dirty="0"/>
              <a:t> dent et, </a:t>
            </a:r>
            <a:r>
              <a:rPr lang="en-AU" dirty="0" err="1"/>
              <a:t>quidunto</a:t>
            </a:r>
            <a:r>
              <a:rPr lang="en-AU" dirty="0"/>
              <a:t> </a:t>
            </a:r>
            <a:r>
              <a:rPr lang="en-AU" dirty="0" err="1"/>
              <a:t>offic</a:t>
            </a:r>
            <a:r>
              <a:rPr lang="en-AU" dirty="0"/>
              <a:t> </a:t>
            </a:r>
            <a:r>
              <a:rPr lang="en-AU" dirty="0" err="1"/>
              <a:t>tem</a:t>
            </a:r>
            <a:r>
              <a:rPr lang="en-AU" dirty="0"/>
              <a:t> </a:t>
            </a:r>
            <a:r>
              <a:rPr lang="en-AU" dirty="0" err="1"/>
              <a:t>nam</a:t>
            </a:r>
            <a:r>
              <a:rPr lang="en-AU" dirty="0"/>
              <a:t> </a:t>
            </a:r>
            <a:r>
              <a:rPr lang="en-AU" dirty="0" err="1"/>
              <a:t>destiorpore</a:t>
            </a:r>
            <a:r>
              <a:rPr lang="en-AU" dirty="0"/>
              <a:t> </a:t>
            </a:r>
            <a:r>
              <a:rPr lang="en-AU" dirty="0" err="1"/>
              <a:t>el</a:t>
            </a:r>
            <a:r>
              <a:rPr lang="en-AU" dirty="0"/>
              <a:t> id </a:t>
            </a:r>
            <a:r>
              <a:rPr lang="en-AU" dirty="0" err="1"/>
              <a:t>ut</a:t>
            </a:r>
            <a:r>
              <a:rPr lang="en-AU" dirty="0"/>
              <a:t> </a:t>
            </a:r>
            <a:r>
              <a:rPr lang="en-AU" dirty="0" err="1"/>
              <a:t>quiscimet</a:t>
            </a:r>
            <a:r>
              <a:rPr lang="en-AU" dirty="0"/>
              <a:t> </a:t>
            </a:r>
            <a:r>
              <a:rPr lang="en-AU" dirty="0" err="1"/>
              <a:t>parum</a:t>
            </a:r>
            <a:r>
              <a:rPr lang="en-AU" dirty="0"/>
              <a:t> </a:t>
            </a:r>
            <a:r>
              <a:rPr lang="en-AU" dirty="0" err="1"/>
              <a:t>dio</a:t>
            </a:r>
            <a:r>
              <a:rPr lang="en-AU" dirty="0"/>
              <a:t>.</a:t>
            </a:r>
          </a:p>
          <a:p>
            <a:pPr lvl="1"/>
            <a:r>
              <a:rPr lang="en-AU" dirty="0" err="1"/>
              <a:t>Occusam</a:t>
            </a:r>
            <a:r>
              <a:rPr lang="en-AU" dirty="0"/>
              <a:t> res sus </a:t>
            </a:r>
            <a:r>
              <a:rPr lang="en-AU" dirty="0" err="1"/>
              <a:t>dellest</a:t>
            </a:r>
            <a:r>
              <a:rPr lang="en-AU" dirty="0"/>
              <a:t> </a:t>
            </a:r>
            <a:r>
              <a:rPr lang="en-AU" dirty="0" err="1"/>
              <a:t>ibusam</a:t>
            </a:r>
            <a:r>
              <a:rPr lang="en-AU" dirty="0"/>
              <a:t> </a:t>
            </a:r>
            <a:r>
              <a:rPr lang="en-AU" dirty="0" err="1"/>
              <a:t>alibeatio</a:t>
            </a:r>
            <a:r>
              <a:rPr lang="en-AU" dirty="0"/>
              <a:t>.</a:t>
            </a:r>
          </a:p>
          <a:p>
            <a:pPr lvl="1"/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mod.</a:t>
            </a:r>
          </a:p>
          <a:p>
            <a:pPr lvl="1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</a:t>
            </a:r>
            <a:r>
              <a:rPr lang="en-AU" dirty="0" err="1"/>
              <a:t>experia</a:t>
            </a:r>
            <a:r>
              <a:rPr lang="en-AU" dirty="0"/>
              <a:t> </a:t>
            </a:r>
            <a:r>
              <a:rPr lang="en-AU" dirty="0" err="1"/>
              <a:t>iusa</a:t>
            </a:r>
            <a:r>
              <a:rPr lang="en-AU" dirty="0"/>
              <a:t> event.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3EBA9A6-66D2-FA93-54FB-FD4AEAE2AB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4602" y="1512027"/>
            <a:ext cx="5029200" cy="409343"/>
          </a:xfrm>
        </p:spPr>
        <p:txBody>
          <a:bodyPr/>
          <a:lstStyle/>
          <a:p>
            <a:r>
              <a:rPr lang="en-AU" dirty="0"/>
              <a:t>Subtitle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A4F9A8-2161-8A6F-AE24-38B793802BC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24602" y="2018377"/>
            <a:ext cx="5029200" cy="3743782"/>
          </a:xfrm>
        </p:spPr>
        <p:txBody>
          <a:bodyPr/>
          <a:lstStyle/>
          <a:p>
            <a:r>
              <a:rPr lang="en-AU" dirty="0"/>
              <a:t>Tempore </a:t>
            </a:r>
            <a:r>
              <a:rPr lang="en-AU" dirty="0" err="1"/>
              <a:t>pelicim</a:t>
            </a:r>
            <a:r>
              <a:rPr lang="en-AU" dirty="0"/>
              <a:t> </a:t>
            </a:r>
            <a:r>
              <a:rPr lang="en-AU" dirty="0" err="1"/>
              <a:t>peliquo</a:t>
            </a:r>
            <a:r>
              <a:rPr lang="en-AU" dirty="0"/>
              <a:t> </a:t>
            </a:r>
            <a:r>
              <a:rPr lang="en-AU" dirty="0" err="1"/>
              <a:t>digenitat</a:t>
            </a:r>
            <a:r>
              <a:rPr lang="en-AU" dirty="0"/>
              <a:t> </a:t>
            </a:r>
            <a:r>
              <a:rPr lang="en-AU" dirty="0" err="1"/>
              <a:t>doluptatiunt</a:t>
            </a:r>
            <a:r>
              <a:rPr lang="en-AU" dirty="0"/>
              <a:t> </a:t>
            </a:r>
            <a:r>
              <a:rPr lang="en-AU" dirty="0" err="1"/>
              <a:t>repelia</a:t>
            </a:r>
            <a:r>
              <a:rPr lang="en-AU" dirty="0"/>
              <a:t> </a:t>
            </a:r>
            <a:r>
              <a:rPr lang="en-AU" dirty="0" err="1"/>
              <a:t>quia</a:t>
            </a:r>
            <a:r>
              <a:rPr lang="en-AU" dirty="0"/>
              <a:t> </a:t>
            </a:r>
            <a:r>
              <a:rPr lang="en-AU" dirty="0" err="1"/>
              <a:t>volupta</a:t>
            </a:r>
            <a:r>
              <a:rPr lang="en-AU" dirty="0"/>
              <a:t> </a:t>
            </a:r>
            <a:r>
              <a:rPr lang="en-AU" dirty="0" err="1"/>
              <a:t>doluptaque</a:t>
            </a:r>
            <a:r>
              <a:rPr lang="en-AU" dirty="0"/>
              <a:t> </a:t>
            </a:r>
            <a:r>
              <a:rPr lang="en-AU" dirty="0" err="1"/>
              <a:t>experiatem</a:t>
            </a:r>
            <a:r>
              <a:rPr lang="en-AU" dirty="0"/>
              <a:t> </a:t>
            </a:r>
            <a:r>
              <a:rPr lang="en-AU" dirty="0" err="1"/>
              <a:t>quae</a:t>
            </a:r>
            <a:r>
              <a:rPr lang="en-AU" dirty="0"/>
              <a:t> </a:t>
            </a:r>
            <a:r>
              <a:rPr lang="en-AU" dirty="0" err="1"/>
              <a:t>pla</a:t>
            </a:r>
            <a:r>
              <a:rPr lang="en-AU" dirty="0"/>
              <a:t> </a:t>
            </a:r>
            <a:r>
              <a:rPr lang="en-AU" dirty="0" err="1"/>
              <a:t>simusciliquo</a:t>
            </a:r>
            <a:r>
              <a:rPr lang="en-AU" dirty="0"/>
              <a:t> de pe </a:t>
            </a:r>
            <a:r>
              <a:rPr lang="en-AU" dirty="0" err="1"/>
              <a:t>nulparciunti</a:t>
            </a:r>
            <a:r>
              <a:rPr lang="en-AU" dirty="0"/>
              <a:t> </a:t>
            </a:r>
            <a:r>
              <a:rPr lang="en-AU" dirty="0" err="1"/>
              <a:t>berum</a:t>
            </a:r>
            <a:r>
              <a:rPr lang="en-AU" dirty="0"/>
              <a:t> </a:t>
            </a:r>
            <a:r>
              <a:rPr lang="en-AU" dirty="0" err="1"/>
              <a:t>quistium</a:t>
            </a:r>
            <a:r>
              <a:rPr lang="en-AU" dirty="0"/>
              <a:t> que </a:t>
            </a:r>
            <a:r>
              <a:rPr lang="en-AU" dirty="0" err="1"/>
              <a:t>denia</a:t>
            </a:r>
            <a:r>
              <a:rPr lang="en-AU" dirty="0"/>
              <a:t> </a:t>
            </a:r>
            <a:r>
              <a:rPr lang="en-AU" dirty="0" err="1"/>
              <a:t>doluptasit</a:t>
            </a:r>
            <a:r>
              <a:rPr lang="en-AU" dirty="0"/>
              <a:t> </a:t>
            </a:r>
            <a:r>
              <a:rPr lang="en-AU" dirty="0" err="1"/>
              <a:t>exerios</a:t>
            </a:r>
            <a:r>
              <a:rPr lang="en-AU" dirty="0"/>
              <a:t> que </a:t>
            </a:r>
            <a:r>
              <a:rPr lang="en-AU" dirty="0" err="1"/>
              <a:t>vendi</a:t>
            </a:r>
            <a:r>
              <a:rPr lang="en-AU" dirty="0"/>
              <a:t> res </a:t>
            </a:r>
            <a:r>
              <a:rPr lang="en-AU" dirty="0" err="1"/>
              <a:t>rerspis</a:t>
            </a:r>
            <a:r>
              <a:rPr lang="en-AU" dirty="0"/>
              <a:t> et </a:t>
            </a:r>
            <a:r>
              <a:rPr lang="en-AU" dirty="0" err="1"/>
              <a:t>et</a:t>
            </a:r>
            <a:r>
              <a:rPr lang="en-AU" dirty="0"/>
              <a:t> </a:t>
            </a:r>
            <a:r>
              <a:rPr lang="en-AU" dirty="0" err="1"/>
              <a:t>quuntus</a:t>
            </a:r>
            <a:r>
              <a:rPr lang="en-AU" dirty="0"/>
              <a:t> </a:t>
            </a:r>
            <a:r>
              <a:rPr lang="en-AU" dirty="0" err="1"/>
              <a:t>simus</a:t>
            </a:r>
            <a:r>
              <a:rPr lang="en-AU" dirty="0"/>
              <a:t> </a:t>
            </a:r>
            <a:r>
              <a:rPr lang="en-AU" dirty="0" err="1"/>
              <a:t>illuptu</a:t>
            </a:r>
            <a:r>
              <a:rPr lang="en-AU" dirty="0"/>
              <a:t> </a:t>
            </a:r>
            <a:r>
              <a:rPr lang="en-AU" dirty="0" err="1"/>
              <a:t>sdaesequodi</a:t>
            </a:r>
            <a:r>
              <a:rPr lang="en-AU" dirty="0"/>
              <a:t> </a:t>
            </a:r>
            <a:r>
              <a:rPr lang="en-AU" dirty="0" err="1"/>
              <a:t>repre</a:t>
            </a:r>
            <a:r>
              <a:rPr lang="en-AU" dirty="0"/>
              <a:t> </a:t>
            </a:r>
            <a:r>
              <a:rPr lang="en-AU" dirty="0" err="1"/>
              <a:t>ea</a:t>
            </a:r>
            <a:r>
              <a:rPr lang="en-AU" dirty="0"/>
              <a:t> </a:t>
            </a:r>
            <a:r>
              <a:rPr lang="en-AU" dirty="0" err="1"/>
              <a:t>dias</a:t>
            </a:r>
            <a:r>
              <a:rPr lang="en-AU" dirty="0"/>
              <a:t> </a:t>
            </a:r>
            <a:r>
              <a:rPr lang="en-AU" dirty="0" err="1"/>
              <a:t>dolupta</a:t>
            </a:r>
            <a:r>
              <a:rPr lang="en-AU" dirty="0"/>
              <a:t> </a:t>
            </a:r>
            <a:r>
              <a:rPr lang="en-AU" dirty="0" err="1"/>
              <a:t>tenimaion</a:t>
            </a:r>
            <a:r>
              <a:rPr lang="en-AU" dirty="0"/>
              <a:t> </a:t>
            </a:r>
            <a:r>
              <a:rPr lang="en-AU" dirty="0" err="1"/>
              <a:t>consequam</a:t>
            </a:r>
            <a:r>
              <a:rPr lang="en-AU" dirty="0"/>
              <a:t> </a:t>
            </a:r>
            <a:r>
              <a:rPr lang="en-AU" dirty="0" err="1"/>
              <a:t>harum</a:t>
            </a:r>
            <a:r>
              <a:rPr lang="en-AU" dirty="0"/>
              <a:t> que </a:t>
            </a:r>
            <a:r>
              <a:rPr lang="en-AU" dirty="0" err="1"/>
              <a:t>alis</a:t>
            </a:r>
            <a:r>
              <a:rPr lang="en-AU" dirty="0"/>
              <a:t> </a:t>
            </a:r>
            <a:r>
              <a:rPr lang="en-AU" dirty="0" err="1"/>
              <a:t>evel</a:t>
            </a:r>
            <a:r>
              <a:rPr lang="en-AU" dirty="0"/>
              <a:t> </a:t>
            </a:r>
            <a:r>
              <a:rPr lang="en-AU" dirty="0" err="1"/>
              <a:t>everit</a:t>
            </a:r>
            <a:r>
              <a:rPr lang="en-AU" dirty="0"/>
              <a:t> </a:t>
            </a:r>
            <a:r>
              <a:rPr lang="en-AU" dirty="0" err="1"/>
              <a:t>dolupic</a:t>
            </a:r>
            <a:r>
              <a:rPr lang="en-AU" dirty="0"/>
              <a:t> </a:t>
            </a:r>
            <a:r>
              <a:rPr lang="en-AU" dirty="0" err="1"/>
              <a:t>itemquata</a:t>
            </a:r>
            <a:r>
              <a:rPr lang="en-AU" dirty="0"/>
              <a:t> </a:t>
            </a:r>
            <a:r>
              <a:rPr lang="en-AU" dirty="0" err="1"/>
              <a:t>doloribus</a:t>
            </a:r>
            <a:r>
              <a:rPr lang="en-AU" dirty="0"/>
              <a:t> molo </a:t>
            </a:r>
            <a:r>
              <a:rPr lang="en-AU" dirty="0" err="1"/>
              <a:t>illam</a:t>
            </a:r>
            <a:r>
              <a:rPr lang="en-AU" dirty="0"/>
              <a:t> </a:t>
            </a:r>
            <a:r>
              <a:rPr lang="en-AU" dirty="0" err="1"/>
              <a:t>sant</a:t>
            </a:r>
            <a:r>
              <a:rPr lang="en-AU" dirty="0"/>
              <a:t> </a:t>
            </a:r>
            <a:r>
              <a:rPr lang="en-AU" dirty="0" err="1"/>
              <a:t>rae</a:t>
            </a:r>
            <a:r>
              <a:rPr lang="en-AU" dirty="0"/>
              <a:t> </a:t>
            </a:r>
            <a:r>
              <a:rPr lang="en-AU" dirty="0" err="1"/>
              <a:t>paria</a:t>
            </a:r>
            <a:r>
              <a:rPr lang="en-AU" dirty="0"/>
              <a:t> </a:t>
            </a:r>
            <a:r>
              <a:rPr lang="en-AU" dirty="0" err="1"/>
              <a:t>eturibus</a:t>
            </a:r>
            <a:r>
              <a:rPr lang="en-AU" dirty="0"/>
              <a:t>.</a:t>
            </a:r>
          </a:p>
          <a:p>
            <a:pPr lvl="1"/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 </a:t>
            </a:r>
            <a:r>
              <a:rPr lang="en-AU" dirty="0" err="1"/>
              <a:t>quia</a:t>
            </a:r>
            <a:r>
              <a:rPr lang="en-AU" dirty="0"/>
              <a:t> dent et, </a:t>
            </a:r>
            <a:r>
              <a:rPr lang="en-AU" dirty="0" err="1"/>
              <a:t>quidunto</a:t>
            </a:r>
            <a:r>
              <a:rPr lang="en-AU" dirty="0"/>
              <a:t> </a:t>
            </a:r>
            <a:r>
              <a:rPr lang="en-AU" dirty="0" err="1"/>
              <a:t>offic</a:t>
            </a:r>
            <a:r>
              <a:rPr lang="en-AU" dirty="0"/>
              <a:t> </a:t>
            </a:r>
            <a:r>
              <a:rPr lang="en-AU" dirty="0" err="1"/>
              <a:t>tem</a:t>
            </a:r>
            <a:r>
              <a:rPr lang="en-AU" dirty="0"/>
              <a:t> </a:t>
            </a:r>
            <a:r>
              <a:rPr lang="en-AU" dirty="0" err="1"/>
              <a:t>nam</a:t>
            </a:r>
            <a:r>
              <a:rPr lang="en-AU" dirty="0"/>
              <a:t> </a:t>
            </a:r>
            <a:r>
              <a:rPr lang="en-AU" dirty="0" err="1"/>
              <a:t>destiorpore</a:t>
            </a:r>
            <a:r>
              <a:rPr lang="en-AU" dirty="0"/>
              <a:t> </a:t>
            </a:r>
            <a:r>
              <a:rPr lang="en-AU" dirty="0" err="1"/>
              <a:t>el</a:t>
            </a:r>
            <a:r>
              <a:rPr lang="en-AU" dirty="0"/>
              <a:t> id </a:t>
            </a:r>
            <a:r>
              <a:rPr lang="en-AU" dirty="0" err="1"/>
              <a:t>ut</a:t>
            </a:r>
            <a:r>
              <a:rPr lang="en-AU" dirty="0"/>
              <a:t> </a:t>
            </a:r>
            <a:r>
              <a:rPr lang="en-AU" dirty="0" err="1"/>
              <a:t>quiscimet</a:t>
            </a:r>
            <a:r>
              <a:rPr lang="en-AU" dirty="0"/>
              <a:t> </a:t>
            </a:r>
            <a:r>
              <a:rPr lang="en-AU" dirty="0" err="1"/>
              <a:t>parum</a:t>
            </a:r>
            <a:r>
              <a:rPr lang="en-AU" dirty="0"/>
              <a:t> </a:t>
            </a:r>
            <a:r>
              <a:rPr lang="en-AU" dirty="0" err="1"/>
              <a:t>dio</a:t>
            </a:r>
            <a:r>
              <a:rPr lang="en-AU" dirty="0"/>
              <a:t>.</a:t>
            </a:r>
          </a:p>
          <a:p>
            <a:pPr lvl="1"/>
            <a:r>
              <a:rPr lang="en-AU" dirty="0" err="1"/>
              <a:t>Occusam</a:t>
            </a:r>
            <a:r>
              <a:rPr lang="en-AU" dirty="0"/>
              <a:t> res sus </a:t>
            </a:r>
            <a:r>
              <a:rPr lang="en-AU" dirty="0" err="1"/>
              <a:t>dellest</a:t>
            </a:r>
            <a:r>
              <a:rPr lang="en-AU" dirty="0"/>
              <a:t> </a:t>
            </a:r>
            <a:r>
              <a:rPr lang="en-AU" dirty="0" err="1"/>
              <a:t>ibusam</a:t>
            </a:r>
            <a:r>
              <a:rPr lang="en-AU" dirty="0"/>
              <a:t> </a:t>
            </a:r>
            <a:r>
              <a:rPr lang="en-AU" dirty="0" err="1"/>
              <a:t>alibeatio</a:t>
            </a:r>
            <a:r>
              <a:rPr lang="en-AU" dirty="0"/>
              <a:t>.</a:t>
            </a:r>
          </a:p>
          <a:p>
            <a:pPr lvl="1"/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mod.</a:t>
            </a:r>
          </a:p>
          <a:p>
            <a:pPr lvl="1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</a:t>
            </a:r>
            <a:r>
              <a:rPr lang="en-AU" dirty="0" err="1"/>
              <a:t>experia</a:t>
            </a:r>
            <a:r>
              <a:rPr lang="en-AU" dirty="0"/>
              <a:t> </a:t>
            </a:r>
            <a:r>
              <a:rPr lang="en-AU" dirty="0" err="1"/>
              <a:t>iusa</a:t>
            </a:r>
            <a:r>
              <a:rPr lang="en-AU" dirty="0"/>
              <a:t> event.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5A7642-3FE9-494D-8A54-323044919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7</a:t>
            </a:fld>
            <a:endParaRPr lang="en-A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C30F97-F84B-EB40-87BA-4B844B2A9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65188"/>
            <a:ext cx="733425" cy="458787"/>
          </a:xfrm>
        </p:spPr>
        <p:txBody>
          <a:bodyPr/>
          <a:lstStyle/>
          <a:p>
            <a:r>
              <a:rPr lang="en-AU" dirty="0"/>
              <a:t>1.3</a:t>
            </a:r>
          </a:p>
        </p:txBody>
      </p:sp>
    </p:spTree>
    <p:extLst>
      <p:ext uri="{BB962C8B-B14F-4D97-AF65-F5344CB8AC3E}">
        <p14:creationId xmlns:p14="http://schemas.microsoft.com/office/powerpoint/2010/main" val="198017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332CF1-F7B5-7437-9C37-4AAEF63315F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23870B-6EE0-BDA2-471C-B254194FA7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BD831810-BA9B-07FF-76BF-17E8C0649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</p:spPr>
        <p:txBody>
          <a:bodyPr/>
          <a:lstStyle/>
          <a:p>
            <a:r>
              <a:rPr lang="en-AU" dirty="0"/>
              <a:t>Title and 4 Photo Placeholders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F78B172-3CF6-C800-D59A-79E59A4D06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15F4D63-1922-4068-2B9A-A0B8DD06345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ACEA4DD-18A4-5EAE-5FE5-0B722A2E5A5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F1B8C8-BDE5-2AEE-7C72-4A1D345FD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8</a:t>
            </a:fld>
            <a:endParaRPr lang="en-AU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333EA19-8976-BE17-9264-BF31FD9DFE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65188"/>
            <a:ext cx="733425" cy="458787"/>
          </a:xfrm>
        </p:spPr>
        <p:txBody>
          <a:bodyPr/>
          <a:lstStyle/>
          <a:p>
            <a:r>
              <a:rPr lang="en-AU" dirty="0"/>
              <a:t>1.4</a:t>
            </a:r>
          </a:p>
        </p:txBody>
      </p:sp>
    </p:spTree>
    <p:extLst>
      <p:ext uri="{BB962C8B-B14F-4D97-AF65-F5344CB8AC3E}">
        <p14:creationId xmlns:p14="http://schemas.microsoft.com/office/powerpoint/2010/main" val="1385818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BD831810-BA9B-07FF-76BF-17E8C0649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</p:spPr>
        <p:txBody>
          <a:bodyPr/>
          <a:lstStyle/>
          <a:p>
            <a:r>
              <a:rPr lang="en-AU" dirty="0"/>
              <a:t>Title and 4 Photo Placeholders (</a:t>
            </a:r>
            <a:r>
              <a:rPr lang="en-AU" dirty="0" err="1"/>
              <a:t>Labeled</a:t>
            </a:r>
            <a:r>
              <a:rPr lang="en-AU" dirty="0"/>
              <a:t>)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333EA19-8976-BE17-9264-BF31FD9DFE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665851"/>
            <a:ext cx="5029200" cy="314253"/>
          </a:xfrm>
        </p:spPr>
        <p:txBody>
          <a:bodyPr/>
          <a:lstStyle/>
          <a:p>
            <a:r>
              <a:rPr lang="en-AU" dirty="0"/>
              <a:t>Picture Title Goes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58573-7A32-AA1F-5FA4-CD0F8CC792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4600" y="1665851"/>
            <a:ext cx="5029200" cy="314253"/>
          </a:xfrm>
        </p:spPr>
        <p:txBody>
          <a:bodyPr/>
          <a:lstStyle/>
          <a:p>
            <a:r>
              <a:rPr lang="en-AU" dirty="0"/>
              <a:t>Picture Title Goes Here</a:t>
            </a:r>
          </a:p>
          <a:p>
            <a:endParaRPr lang="en-AU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51BDE5DD-A6C2-7B80-5170-84EFA8C6B9F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5197E0DB-DEA2-782B-D907-9ED9684C46F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1B2FB5AA-E326-DEF5-8642-9178ABCA26D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E3814A70-5EB3-5A2D-C849-C400AA53D61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D56A12-AB2F-295C-A1B0-3C30D4B3BF2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38200" y="3923983"/>
            <a:ext cx="5029200" cy="314253"/>
          </a:xfrm>
        </p:spPr>
        <p:txBody>
          <a:bodyPr/>
          <a:lstStyle/>
          <a:p>
            <a:r>
              <a:rPr lang="en-AU" dirty="0"/>
              <a:t>Picture Title Goes Here</a:t>
            </a:r>
          </a:p>
          <a:p>
            <a:endParaRPr lang="en-A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536E02-AC39-104A-6D56-2F16D4D9210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24600" y="3923983"/>
            <a:ext cx="5029200" cy="314253"/>
          </a:xfrm>
        </p:spPr>
        <p:txBody>
          <a:bodyPr/>
          <a:lstStyle/>
          <a:p>
            <a:r>
              <a:rPr lang="en-AU" dirty="0"/>
              <a:t>Picture Title Goes Here</a:t>
            </a:r>
          </a:p>
          <a:p>
            <a:endParaRPr lang="en-AU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D01AEB0-D4C1-DFB8-7364-F98B614A4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9</a:t>
            </a:fld>
            <a:endParaRPr lang="en-A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66FAFE-BCCF-34F7-8441-D3A949BF54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65188"/>
            <a:ext cx="733425" cy="458787"/>
          </a:xfrm>
        </p:spPr>
        <p:txBody>
          <a:bodyPr/>
          <a:lstStyle/>
          <a:p>
            <a:r>
              <a:rPr lang="en-AU" dirty="0"/>
              <a:t>1.5</a:t>
            </a:r>
          </a:p>
        </p:txBody>
      </p:sp>
    </p:spTree>
    <p:extLst>
      <p:ext uri="{BB962C8B-B14F-4D97-AF65-F5344CB8AC3E}">
        <p14:creationId xmlns:p14="http://schemas.microsoft.com/office/powerpoint/2010/main" val="3220519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34B025CC-1B11-7024-DE17-BD3C51C16D83}"/>
              </a:ext>
            </a:extLst>
          </p:cNvPr>
          <p:cNvGraphicFramePr>
            <a:graphicFrameLocks noGrp="1"/>
          </p:cNvGraphicFramePr>
          <p:nvPr>
            <p:ph sz="quarter" idx="27"/>
            <p:extLst>
              <p:ext uri="{D42A27DB-BD31-4B8C-83A1-F6EECF244321}">
                <p14:modId xmlns:p14="http://schemas.microsoft.com/office/powerpoint/2010/main" val="1589629323"/>
              </p:ext>
            </p:extLst>
          </p:nvPr>
        </p:nvGraphicFramePr>
        <p:xfrm>
          <a:off x="838200" y="2044700"/>
          <a:ext cx="5029200" cy="1711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7AB11CE-C4F5-E38E-4625-EA0F9737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</p:spPr>
        <p:txBody>
          <a:bodyPr/>
          <a:lstStyle/>
          <a:p>
            <a:r>
              <a:rPr lang="en-AU" dirty="0"/>
              <a:t>Title and 4 Contents (</a:t>
            </a:r>
            <a:r>
              <a:rPr lang="en-AU" dirty="0" err="1"/>
              <a:t>Labeled</a:t>
            </a:r>
            <a:r>
              <a:rPr lang="en-AU" dirty="0"/>
              <a:t>)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8BC8FF3-53FC-F219-6342-25D5D97AAB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665851"/>
            <a:ext cx="5029200" cy="314253"/>
          </a:xfrm>
        </p:spPr>
        <p:txBody>
          <a:bodyPr/>
          <a:lstStyle/>
          <a:p>
            <a:r>
              <a:rPr lang="en-AU" dirty="0"/>
              <a:t>Content Title Goes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E61707E-DB01-876F-B17A-43F4DCD668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4600" y="1665851"/>
            <a:ext cx="5029200" cy="314253"/>
          </a:xfrm>
        </p:spPr>
        <p:txBody>
          <a:bodyPr/>
          <a:lstStyle/>
          <a:p>
            <a:r>
              <a:rPr lang="en-AU" dirty="0"/>
              <a:t>Content Title Goes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837FD5E-86D6-ACF8-7832-E058F606A5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38200" y="3923983"/>
            <a:ext cx="5029200" cy="314253"/>
          </a:xfrm>
        </p:spPr>
        <p:txBody>
          <a:bodyPr/>
          <a:lstStyle/>
          <a:p>
            <a:r>
              <a:rPr lang="en-AU" dirty="0"/>
              <a:t>Content Title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F21551B-9CAE-947A-F68B-B10D6639CD6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24600" y="3923983"/>
            <a:ext cx="5029200" cy="314253"/>
          </a:xfrm>
        </p:spPr>
        <p:txBody>
          <a:bodyPr/>
          <a:lstStyle/>
          <a:p>
            <a:r>
              <a:rPr lang="en-AU" dirty="0"/>
              <a:t>Content Title Goes Here</a:t>
            </a:r>
          </a:p>
        </p:txBody>
      </p:sp>
      <p:graphicFrame>
        <p:nvGraphicFramePr>
          <p:cNvPr id="26" name="Content Placeholder 25">
            <a:extLst>
              <a:ext uri="{FF2B5EF4-FFF2-40B4-BE49-F238E27FC236}">
                <a16:creationId xmlns:a16="http://schemas.microsoft.com/office/drawing/2014/main" id="{2077CFDD-D7C8-9D59-6993-AFB8F1A6C1C8}"/>
              </a:ext>
            </a:extLst>
          </p:cNvPr>
          <p:cNvGraphicFramePr>
            <a:graphicFrameLocks noGrp="1"/>
          </p:cNvGraphicFramePr>
          <p:nvPr>
            <p:ph sz="quarter" idx="28"/>
            <p:extLst>
              <p:ext uri="{D42A27DB-BD31-4B8C-83A1-F6EECF244321}">
                <p14:modId xmlns:p14="http://schemas.microsoft.com/office/powerpoint/2010/main" val="3266472631"/>
              </p:ext>
            </p:extLst>
          </p:nvPr>
        </p:nvGraphicFramePr>
        <p:xfrm>
          <a:off x="838200" y="4325938"/>
          <a:ext cx="5029200" cy="171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4" name="Content Placeholder 23">
            <a:extLst>
              <a:ext uri="{FF2B5EF4-FFF2-40B4-BE49-F238E27FC236}">
                <a16:creationId xmlns:a16="http://schemas.microsoft.com/office/drawing/2014/main" id="{0759141C-7F3B-4391-D8FC-3253FD4EE40E}"/>
              </a:ext>
            </a:extLst>
          </p:cNvPr>
          <p:cNvGraphicFramePr>
            <a:graphicFrameLocks noGrp="1"/>
          </p:cNvGraphicFramePr>
          <p:nvPr>
            <p:ph sz="quarter" idx="29"/>
            <p:extLst>
              <p:ext uri="{D42A27DB-BD31-4B8C-83A1-F6EECF244321}">
                <p14:modId xmlns:p14="http://schemas.microsoft.com/office/powerpoint/2010/main" val="381803280"/>
              </p:ext>
            </p:extLst>
          </p:nvPr>
        </p:nvGraphicFramePr>
        <p:xfrm>
          <a:off x="6324600" y="2044700"/>
          <a:ext cx="5029200" cy="164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4071089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8784806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40252945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1501369408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988370954"/>
                    </a:ext>
                  </a:extLst>
                </a:gridCol>
              </a:tblGrid>
              <a:tr h="329248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Title</a:t>
                      </a:r>
                      <a:endParaRPr lang="en-US" sz="1000" dirty="0">
                        <a:latin typeface="Instrument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Title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Title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Title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Title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960050"/>
                  </a:ext>
                </a:extLst>
              </a:tr>
              <a:tr h="329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869455"/>
                  </a:ext>
                </a:extLst>
              </a:tr>
              <a:tr h="329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252156"/>
                  </a:ext>
                </a:extLst>
              </a:tr>
              <a:tr h="329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319033"/>
                  </a:ext>
                </a:extLst>
              </a:tr>
              <a:tr h="329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1F2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801958"/>
                  </a:ext>
                </a:extLst>
              </a:tr>
            </a:tbl>
          </a:graphicData>
        </a:graphic>
      </p:graphicFrame>
      <p:graphicFrame>
        <p:nvGraphicFramePr>
          <p:cNvPr id="31" name="Content Placeholder 30">
            <a:extLst>
              <a:ext uri="{FF2B5EF4-FFF2-40B4-BE49-F238E27FC236}">
                <a16:creationId xmlns:a16="http://schemas.microsoft.com/office/drawing/2014/main" id="{4B249639-8F93-67E9-DBD8-A7F419AF4FA1}"/>
              </a:ext>
            </a:extLst>
          </p:cNvPr>
          <p:cNvGraphicFramePr>
            <a:graphicFrameLocks noGrp="1"/>
          </p:cNvGraphicFramePr>
          <p:nvPr>
            <p:ph sz="quarter" idx="30"/>
            <p:extLst>
              <p:ext uri="{D42A27DB-BD31-4B8C-83A1-F6EECF244321}">
                <p14:modId xmlns:p14="http://schemas.microsoft.com/office/powerpoint/2010/main" val="2484762900"/>
              </p:ext>
            </p:extLst>
          </p:nvPr>
        </p:nvGraphicFramePr>
        <p:xfrm>
          <a:off x="6324600" y="4325938"/>
          <a:ext cx="5029200" cy="1711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B7D726B-9266-61EB-42A3-3B89C4BD3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10</a:t>
            </a:fld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78E59-BBF3-FDB6-718F-6EADED5CFA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65188"/>
            <a:ext cx="733425" cy="458787"/>
          </a:xfrm>
        </p:spPr>
        <p:txBody>
          <a:bodyPr/>
          <a:lstStyle/>
          <a:p>
            <a:r>
              <a:rPr lang="en-AU" dirty="0"/>
              <a:t>1.6</a:t>
            </a:r>
          </a:p>
        </p:txBody>
      </p:sp>
    </p:spTree>
    <p:extLst>
      <p:ext uri="{BB962C8B-B14F-4D97-AF65-F5344CB8AC3E}">
        <p14:creationId xmlns:p14="http://schemas.microsoft.com/office/powerpoint/2010/main" val="3338481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A0E7B1E2-9810-2660-4415-B5E616AD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</p:spPr>
        <p:txBody>
          <a:bodyPr/>
          <a:lstStyle/>
          <a:p>
            <a:r>
              <a:rPr lang="en-AU"/>
              <a:t>Title and 4 Column Content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72746AD-72CE-2D36-221D-D804A3A5A7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665851"/>
            <a:ext cx="2468880" cy="457200"/>
          </a:xfrm>
        </p:spPr>
        <p:txBody>
          <a:bodyPr/>
          <a:lstStyle/>
          <a:p>
            <a:r>
              <a:rPr lang="en-AU"/>
              <a:t>Subtitle Text</a:t>
            </a:r>
            <a:endParaRPr lang="en-AU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4C507B3-A30D-D681-FCF8-90079B0B5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307362"/>
            <a:ext cx="2468880" cy="3852721"/>
          </a:xfrm>
        </p:spPr>
        <p:txBody>
          <a:bodyPr/>
          <a:lstStyle/>
          <a:p>
            <a:r>
              <a:rPr lang="en-AU"/>
              <a:t>Title</a:t>
            </a:r>
          </a:p>
          <a:p>
            <a:pPr lvl="1"/>
            <a:r>
              <a:rPr lang="en-AU" err="1"/>
              <a:t>Otatur</a:t>
            </a:r>
            <a:r>
              <a:rPr lang="en-AU"/>
              <a:t> </a:t>
            </a:r>
            <a:r>
              <a:rPr lang="en-AU" err="1"/>
              <a:t>aligniminus</a:t>
            </a:r>
            <a:r>
              <a:rPr lang="en-AU"/>
              <a:t> </a:t>
            </a:r>
            <a:r>
              <a:rPr lang="en-AU" err="1"/>
              <a:t>aut</a:t>
            </a:r>
            <a:r>
              <a:rPr lang="en-AU"/>
              <a:t> int </a:t>
            </a:r>
            <a:r>
              <a:rPr lang="en-AU" err="1"/>
              <a:t>idis</a:t>
            </a:r>
            <a:r>
              <a:rPr lang="en-AU"/>
              <a:t> </a:t>
            </a:r>
            <a:r>
              <a:rPr lang="en-AU" err="1"/>
              <a:t>ut</a:t>
            </a:r>
            <a:r>
              <a:rPr lang="en-AU"/>
              <a:t> la </a:t>
            </a:r>
            <a:r>
              <a:rPr lang="en-AU" err="1"/>
              <a:t>dolumquas</a:t>
            </a:r>
            <a:r>
              <a:rPr lang="en-AU"/>
              <a:t> mod </a:t>
            </a:r>
            <a:r>
              <a:rPr lang="en-AU" err="1"/>
              <a:t>quia</a:t>
            </a:r>
            <a:r>
              <a:rPr lang="en-AU"/>
              <a:t> dent et, </a:t>
            </a:r>
            <a:r>
              <a:rPr lang="en-AU" err="1"/>
              <a:t>quidunto</a:t>
            </a:r>
            <a:r>
              <a:rPr lang="en-AU"/>
              <a:t> </a:t>
            </a:r>
            <a:r>
              <a:rPr lang="en-AU" err="1"/>
              <a:t>offic</a:t>
            </a:r>
            <a:r>
              <a:rPr lang="en-AU"/>
              <a:t> tem. </a:t>
            </a:r>
            <a:r>
              <a:rPr lang="en-AU" err="1"/>
              <a:t>Rumquam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assum</a:t>
            </a:r>
            <a:r>
              <a:rPr lang="en-AU"/>
              <a:t> </a:t>
            </a:r>
            <a:r>
              <a:rPr lang="en-AU" err="1"/>
              <a:t>doluptat</a:t>
            </a:r>
            <a:r>
              <a:rPr lang="en-AU"/>
              <a:t> </a:t>
            </a:r>
            <a:r>
              <a:rPr lang="en-AU" err="1"/>
              <a:t>excearum</a:t>
            </a:r>
            <a:r>
              <a:rPr lang="en-AU"/>
              <a:t> que </a:t>
            </a:r>
            <a:r>
              <a:rPr lang="en-AU" err="1"/>
              <a:t>sam</a:t>
            </a:r>
            <a:r>
              <a:rPr lang="en-AU"/>
              <a:t> </a:t>
            </a:r>
            <a:r>
              <a:rPr lang="en-AU" err="1"/>
              <a:t>fugia</a:t>
            </a:r>
            <a:r>
              <a:rPr lang="en-AU"/>
              <a:t> </a:t>
            </a:r>
            <a:r>
              <a:rPr lang="en-AU" err="1"/>
              <a:t>dolut</a:t>
            </a:r>
            <a:r>
              <a:rPr lang="en-AU"/>
              <a:t> Experia</a:t>
            </a:r>
          </a:p>
          <a:p>
            <a:pPr lvl="2"/>
            <a:r>
              <a:rPr lang="en-AU" err="1"/>
              <a:t>Otatur</a:t>
            </a:r>
            <a:r>
              <a:rPr lang="en-AU"/>
              <a:t> </a:t>
            </a:r>
            <a:r>
              <a:rPr lang="en-AU" err="1"/>
              <a:t>aligniminus</a:t>
            </a:r>
            <a:r>
              <a:rPr lang="en-AU"/>
              <a:t> </a:t>
            </a:r>
            <a:r>
              <a:rPr lang="en-AU" err="1"/>
              <a:t>aut</a:t>
            </a:r>
            <a:r>
              <a:rPr lang="en-AU"/>
              <a:t> int </a:t>
            </a:r>
            <a:r>
              <a:rPr lang="en-AU" err="1"/>
              <a:t>idis</a:t>
            </a:r>
            <a:r>
              <a:rPr lang="en-AU"/>
              <a:t> </a:t>
            </a:r>
            <a:r>
              <a:rPr lang="en-AU" err="1"/>
              <a:t>ut</a:t>
            </a:r>
            <a:r>
              <a:rPr lang="en-AU"/>
              <a:t> la </a:t>
            </a:r>
            <a:r>
              <a:rPr lang="en-AU" err="1"/>
              <a:t>dolumquas</a:t>
            </a:r>
            <a:r>
              <a:rPr lang="en-AU"/>
              <a:t> mod </a:t>
            </a:r>
            <a:r>
              <a:rPr lang="en-AU" err="1"/>
              <a:t>quia</a:t>
            </a:r>
            <a:r>
              <a:rPr lang="en-AU"/>
              <a:t> dent et, </a:t>
            </a:r>
            <a:r>
              <a:rPr lang="en-AU" err="1"/>
              <a:t>quidunto</a:t>
            </a:r>
            <a:r>
              <a:rPr lang="en-AU"/>
              <a:t> </a:t>
            </a:r>
            <a:r>
              <a:rPr lang="en-AU" err="1"/>
              <a:t>offic</a:t>
            </a:r>
            <a:r>
              <a:rPr lang="en-AU"/>
              <a:t> </a:t>
            </a:r>
            <a:r>
              <a:rPr lang="en-AU" err="1"/>
              <a:t>tem</a:t>
            </a:r>
            <a:r>
              <a:rPr lang="en-AU"/>
              <a:t> </a:t>
            </a:r>
            <a:r>
              <a:rPr lang="en-AU" err="1"/>
              <a:t>nam</a:t>
            </a:r>
            <a:r>
              <a:rPr lang="en-AU"/>
              <a:t> </a:t>
            </a:r>
            <a:r>
              <a:rPr lang="en-AU" err="1"/>
              <a:t>destiorpore</a:t>
            </a:r>
            <a:r>
              <a:rPr lang="en-AU"/>
              <a:t> </a:t>
            </a:r>
            <a:r>
              <a:rPr lang="en-AU" err="1"/>
              <a:t>el</a:t>
            </a:r>
            <a:r>
              <a:rPr lang="en-AU"/>
              <a:t> id </a:t>
            </a:r>
            <a:r>
              <a:rPr lang="en-AU" err="1"/>
              <a:t>ut</a:t>
            </a:r>
            <a:r>
              <a:rPr lang="en-AU"/>
              <a:t> quiscimet.</a:t>
            </a:r>
          </a:p>
          <a:p>
            <a:pPr lvl="3"/>
            <a:r>
              <a:rPr lang="en-AU" err="1"/>
              <a:t>Rumquam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assum</a:t>
            </a:r>
            <a:r>
              <a:rPr lang="en-AU"/>
              <a:t> </a:t>
            </a:r>
            <a:r>
              <a:rPr lang="en-AU" err="1"/>
              <a:t>doluptat</a:t>
            </a:r>
            <a:r>
              <a:rPr lang="en-AU"/>
              <a:t> </a:t>
            </a:r>
            <a:r>
              <a:rPr lang="en-AU" err="1"/>
              <a:t>excearum</a:t>
            </a:r>
            <a:r>
              <a:rPr lang="en-AU"/>
              <a:t> que </a:t>
            </a:r>
            <a:r>
              <a:rPr lang="en-AU" err="1"/>
              <a:t>sam</a:t>
            </a:r>
            <a:r>
              <a:rPr lang="en-AU"/>
              <a:t> </a:t>
            </a:r>
            <a:r>
              <a:rPr lang="en-AU" err="1"/>
              <a:t>fugia</a:t>
            </a:r>
            <a:r>
              <a:rPr lang="en-AU"/>
              <a:t> </a:t>
            </a:r>
            <a:r>
              <a:rPr lang="en-AU" err="1"/>
              <a:t>dolut</a:t>
            </a:r>
            <a:r>
              <a:rPr lang="en-AU"/>
              <a:t> </a:t>
            </a:r>
            <a:r>
              <a:rPr lang="en-AU" err="1"/>
              <a:t>experia</a:t>
            </a:r>
            <a:r>
              <a:rPr lang="en-AU"/>
              <a:t> </a:t>
            </a:r>
            <a:r>
              <a:rPr lang="en-AU" err="1"/>
              <a:t>iusa</a:t>
            </a:r>
            <a:r>
              <a:rPr lang="en-AU"/>
              <a:t> event.</a:t>
            </a:r>
            <a:endParaRPr lang="en-A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DEADFA-2ECD-7EDE-348E-D823A2B89B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20440" y="1665851"/>
            <a:ext cx="2468880" cy="457200"/>
          </a:xfrm>
        </p:spPr>
        <p:txBody>
          <a:bodyPr/>
          <a:lstStyle/>
          <a:p>
            <a:r>
              <a:rPr lang="en-AU"/>
              <a:t>Subtitle Text</a:t>
            </a:r>
            <a:endParaRPr lang="en-AU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1ECEC28-F33D-B191-5DFF-9DDE553045B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02680" y="1665851"/>
            <a:ext cx="2468880" cy="457200"/>
          </a:xfrm>
        </p:spPr>
        <p:txBody>
          <a:bodyPr/>
          <a:lstStyle/>
          <a:p>
            <a:r>
              <a:rPr lang="en-AU"/>
              <a:t>Subtitle Text</a:t>
            </a:r>
            <a:endParaRPr lang="en-A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E4ECF6C-4005-DDA6-49B0-554967F5DFE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84920" y="1665851"/>
            <a:ext cx="2468880" cy="457200"/>
          </a:xfrm>
        </p:spPr>
        <p:txBody>
          <a:bodyPr/>
          <a:lstStyle/>
          <a:p>
            <a:r>
              <a:rPr lang="en-AU"/>
              <a:t>Subtitle Text</a:t>
            </a:r>
            <a:endParaRPr lang="en-AU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E1E7E156-5D54-938E-CFF1-D92223534FA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520440" y="2307362"/>
            <a:ext cx="2468880" cy="3852721"/>
          </a:xfrm>
        </p:spPr>
        <p:txBody>
          <a:bodyPr/>
          <a:lstStyle/>
          <a:p>
            <a:r>
              <a:rPr lang="en-AU"/>
              <a:t>Title</a:t>
            </a:r>
          </a:p>
          <a:p>
            <a:pPr lvl="1"/>
            <a:r>
              <a:rPr lang="en-AU" err="1"/>
              <a:t>Otatur</a:t>
            </a:r>
            <a:r>
              <a:rPr lang="en-AU"/>
              <a:t> </a:t>
            </a:r>
            <a:r>
              <a:rPr lang="en-AU" err="1"/>
              <a:t>aligniminus</a:t>
            </a:r>
            <a:r>
              <a:rPr lang="en-AU"/>
              <a:t> </a:t>
            </a:r>
            <a:r>
              <a:rPr lang="en-AU" err="1"/>
              <a:t>aut</a:t>
            </a:r>
            <a:r>
              <a:rPr lang="en-AU"/>
              <a:t> int </a:t>
            </a:r>
            <a:r>
              <a:rPr lang="en-AU" err="1"/>
              <a:t>idis</a:t>
            </a:r>
            <a:r>
              <a:rPr lang="en-AU"/>
              <a:t> </a:t>
            </a:r>
            <a:r>
              <a:rPr lang="en-AU" err="1"/>
              <a:t>ut</a:t>
            </a:r>
            <a:r>
              <a:rPr lang="en-AU"/>
              <a:t> la </a:t>
            </a:r>
            <a:r>
              <a:rPr lang="en-AU" err="1"/>
              <a:t>dolumquas</a:t>
            </a:r>
            <a:r>
              <a:rPr lang="en-AU"/>
              <a:t> mod </a:t>
            </a:r>
            <a:r>
              <a:rPr lang="en-AU" err="1"/>
              <a:t>quia</a:t>
            </a:r>
            <a:r>
              <a:rPr lang="en-AU"/>
              <a:t> dent et, </a:t>
            </a:r>
            <a:r>
              <a:rPr lang="en-AU" err="1"/>
              <a:t>quidunto</a:t>
            </a:r>
            <a:r>
              <a:rPr lang="en-AU"/>
              <a:t> </a:t>
            </a:r>
            <a:r>
              <a:rPr lang="en-AU" err="1"/>
              <a:t>offic</a:t>
            </a:r>
            <a:r>
              <a:rPr lang="en-AU"/>
              <a:t> tem. </a:t>
            </a:r>
            <a:r>
              <a:rPr lang="en-AU" err="1"/>
              <a:t>Rumquam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assum</a:t>
            </a:r>
            <a:r>
              <a:rPr lang="en-AU"/>
              <a:t> </a:t>
            </a:r>
            <a:r>
              <a:rPr lang="en-AU" err="1"/>
              <a:t>doluptat</a:t>
            </a:r>
            <a:r>
              <a:rPr lang="en-AU"/>
              <a:t> </a:t>
            </a:r>
            <a:r>
              <a:rPr lang="en-AU" err="1"/>
              <a:t>excearum</a:t>
            </a:r>
            <a:r>
              <a:rPr lang="en-AU"/>
              <a:t> que </a:t>
            </a:r>
            <a:r>
              <a:rPr lang="en-AU" err="1"/>
              <a:t>sam</a:t>
            </a:r>
            <a:r>
              <a:rPr lang="en-AU"/>
              <a:t> </a:t>
            </a:r>
            <a:r>
              <a:rPr lang="en-AU" err="1"/>
              <a:t>fugia</a:t>
            </a:r>
            <a:r>
              <a:rPr lang="en-AU"/>
              <a:t> </a:t>
            </a:r>
            <a:r>
              <a:rPr lang="en-AU" err="1"/>
              <a:t>dolut</a:t>
            </a:r>
            <a:r>
              <a:rPr lang="en-AU"/>
              <a:t> Experia</a:t>
            </a:r>
          </a:p>
          <a:p>
            <a:pPr lvl="2"/>
            <a:r>
              <a:rPr lang="en-AU" err="1"/>
              <a:t>Otatur</a:t>
            </a:r>
            <a:r>
              <a:rPr lang="en-AU"/>
              <a:t> </a:t>
            </a:r>
            <a:r>
              <a:rPr lang="en-AU" err="1"/>
              <a:t>aligniminus</a:t>
            </a:r>
            <a:r>
              <a:rPr lang="en-AU"/>
              <a:t> </a:t>
            </a:r>
            <a:r>
              <a:rPr lang="en-AU" err="1"/>
              <a:t>aut</a:t>
            </a:r>
            <a:r>
              <a:rPr lang="en-AU"/>
              <a:t> int </a:t>
            </a:r>
            <a:r>
              <a:rPr lang="en-AU" err="1"/>
              <a:t>idis</a:t>
            </a:r>
            <a:r>
              <a:rPr lang="en-AU"/>
              <a:t> </a:t>
            </a:r>
            <a:r>
              <a:rPr lang="en-AU" err="1"/>
              <a:t>ut</a:t>
            </a:r>
            <a:r>
              <a:rPr lang="en-AU"/>
              <a:t> la </a:t>
            </a:r>
            <a:r>
              <a:rPr lang="en-AU" err="1"/>
              <a:t>dolumquas</a:t>
            </a:r>
            <a:r>
              <a:rPr lang="en-AU"/>
              <a:t> mod </a:t>
            </a:r>
            <a:r>
              <a:rPr lang="en-AU" err="1"/>
              <a:t>quia</a:t>
            </a:r>
            <a:r>
              <a:rPr lang="en-AU"/>
              <a:t> dent et, </a:t>
            </a:r>
            <a:r>
              <a:rPr lang="en-AU" err="1"/>
              <a:t>quidunto</a:t>
            </a:r>
            <a:r>
              <a:rPr lang="en-AU"/>
              <a:t> </a:t>
            </a:r>
            <a:r>
              <a:rPr lang="en-AU" err="1"/>
              <a:t>offic</a:t>
            </a:r>
            <a:r>
              <a:rPr lang="en-AU"/>
              <a:t> </a:t>
            </a:r>
            <a:r>
              <a:rPr lang="en-AU" err="1"/>
              <a:t>tem</a:t>
            </a:r>
            <a:r>
              <a:rPr lang="en-AU"/>
              <a:t> </a:t>
            </a:r>
            <a:r>
              <a:rPr lang="en-AU" err="1"/>
              <a:t>nam</a:t>
            </a:r>
            <a:r>
              <a:rPr lang="en-AU"/>
              <a:t> </a:t>
            </a:r>
            <a:r>
              <a:rPr lang="en-AU" err="1"/>
              <a:t>destiorpore</a:t>
            </a:r>
            <a:r>
              <a:rPr lang="en-AU"/>
              <a:t> </a:t>
            </a:r>
            <a:r>
              <a:rPr lang="en-AU" err="1"/>
              <a:t>el</a:t>
            </a:r>
            <a:r>
              <a:rPr lang="en-AU"/>
              <a:t> id </a:t>
            </a:r>
            <a:r>
              <a:rPr lang="en-AU" err="1"/>
              <a:t>ut</a:t>
            </a:r>
            <a:r>
              <a:rPr lang="en-AU"/>
              <a:t> quiscimet.</a:t>
            </a:r>
          </a:p>
          <a:p>
            <a:pPr lvl="3"/>
            <a:r>
              <a:rPr lang="en-AU" err="1"/>
              <a:t>Rumquam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assum</a:t>
            </a:r>
            <a:r>
              <a:rPr lang="en-AU"/>
              <a:t> </a:t>
            </a:r>
            <a:r>
              <a:rPr lang="en-AU" err="1"/>
              <a:t>doluptat</a:t>
            </a:r>
            <a:r>
              <a:rPr lang="en-AU"/>
              <a:t> </a:t>
            </a:r>
            <a:r>
              <a:rPr lang="en-AU" err="1"/>
              <a:t>excearum</a:t>
            </a:r>
            <a:r>
              <a:rPr lang="en-AU"/>
              <a:t> que </a:t>
            </a:r>
            <a:r>
              <a:rPr lang="en-AU" err="1"/>
              <a:t>sam</a:t>
            </a:r>
            <a:r>
              <a:rPr lang="en-AU"/>
              <a:t> </a:t>
            </a:r>
            <a:r>
              <a:rPr lang="en-AU" err="1"/>
              <a:t>fugia</a:t>
            </a:r>
            <a:r>
              <a:rPr lang="en-AU"/>
              <a:t> </a:t>
            </a:r>
            <a:r>
              <a:rPr lang="en-AU" err="1"/>
              <a:t>dolut</a:t>
            </a:r>
            <a:r>
              <a:rPr lang="en-AU"/>
              <a:t> </a:t>
            </a:r>
            <a:r>
              <a:rPr lang="en-AU" err="1"/>
              <a:t>experia</a:t>
            </a:r>
            <a:r>
              <a:rPr lang="en-AU"/>
              <a:t> </a:t>
            </a:r>
            <a:r>
              <a:rPr lang="en-AU" err="1"/>
              <a:t>iusa</a:t>
            </a:r>
            <a:r>
              <a:rPr lang="en-AU"/>
              <a:t> event.</a:t>
            </a:r>
            <a:endParaRPr lang="en-AU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220EBCB-8939-3433-4853-34D540CE359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02680" y="2307362"/>
            <a:ext cx="2468880" cy="3852721"/>
          </a:xfrm>
        </p:spPr>
        <p:txBody>
          <a:bodyPr/>
          <a:lstStyle/>
          <a:p>
            <a:r>
              <a:rPr lang="en-AU"/>
              <a:t>Title</a:t>
            </a:r>
          </a:p>
          <a:p>
            <a:pPr lvl="1"/>
            <a:r>
              <a:rPr lang="en-AU" err="1"/>
              <a:t>Otatur</a:t>
            </a:r>
            <a:r>
              <a:rPr lang="en-AU"/>
              <a:t> </a:t>
            </a:r>
            <a:r>
              <a:rPr lang="en-AU" err="1"/>
              <a:t>aligniminus</a:t>
            </a:r>
            <a:r>
              <a:rPr lang="en-AU"/>
              <a:t> </a:t>
            </a:r>
            <a:r>
              <a:rPr lang="en-AU" err="1"/>
              <a:t>aut</a:t>
            </a:r>
            <a:r>
              <a:rPr lang="en-AU"/>
              <a:t> int </a:t>
            </a:r>
            <a:r>
              <a:rPr lang="en-AU" err="1"/>
              <a:t>idis</a:t>
            </a:r>
            <a:r>
              <a:rPr lang="en-AU"/>
              <a:t> </a:t>
            </a:r>
            <a:r>
              <a:rPr lang="en-AU" err="1"/>
              <a:t>ut</a:t>
            </a:r>
            <a:r>
              <a:rPr lang="en-AU"/>
              <a:t> la </a:t>
            </a:r>
            <a:r>
              <a:rPr lang="en-AU" err="1"/>
              <a:t>dolumquas</a:t>
            </a:r>
            <a:r>
              <a:rPr lang="en-AU"/>
              <a:t> mod </a:t>
            </a:r>
            <a:r>
              <a:rPr lang="en-AU" err="1"/>
              <a:t>quia</a:t>
            </a:r>
            <a:r>
              <a:rPr lang="en-AU"/>
              <a:t> dent et, </a:t>
            </a:r>
            <a:r>
              <a:rPr lang="en-AU" err="1"/>
              <a:t>quidunto</a:t>
            </a:r>
            <a:r>
              <a:rPr lang="en-AU"/>
              <a:t> </a:t>
            </a:r>
            <a:r>
              <a:rPr lang="en-AU" err="1"/>
              <a:t>offic</a:t>
            </a:r>
            <a:r>
              <a:rPr lang="en-AU"/>
              <a:t> tem. </a:t>
            </a:r>
            <a:r>
              <a:rPr lang="en-AU" err="1"/>
              <a:t>Rumquam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assum</a:t>
            </a:r>
            <a:r>
              <a:rPr lang="en-AU"/>
              <a:t> </a:t>
            </a:r>
            <a:r>
              <a:rPr lang="en-AU" err="1"/>
              <a:t>doluptat</a:t>
            </a:r>
            <a:r>
              <a:rPr lang="en-AU"/>
              <a:t> </a:t>
            </a:r>
            <a:r>
              <a:rPr lang="en-AU" err="1"/>
              <a:t>excearum</a:t>
            </a:r>
            <a:r>
              <a:rPr lang="en-AU"/>
              <a:t> que </a:t>
            </a:r>
            <a:r>
              <a:rPr lang="en-AU" err="1"/>
              <a:t>sam</a:t>
            </a:r>
            <a:r>
              <a:rPr lang="en-AU"/>
              <a:t> </a:t>
            </a:r>
            <a:r>
              <a:rPr lang="en-AU" err="1"/>
              <a:t>fugia</a:t>
            </a:r>
            <a:r>
              <a:rPr lang="en-AU"/>
              <a:t> </a:t>
            </a:r>
            <a:r>
              <a:rPr lang="en-AU" err="1"/>
              <a:t>dolut</a:t>
            </a:r>
            <a:r>
              <a:rPr lang="en-AU"/>
              <a:t> Experia</a:t>
            </a:r>
          </a:p>
          <a:p>
            <a:pPr lvl="2"/>
            <a:r>
              <a:rPr lang="en-AU" err="1"/>
              <a:t>Otatur</a:t>
            </a:r>
            <a:r>
              <a:rPr lang="en-AU"/>
              <a:t> </a:t>
            </a:r>
            <a:r>
              <a:rPr lang="en-AU" err="1"/>
              <a:t>aligniminus</a:t>
            </a:r>
            <a:r>
              <a:rPr lang="en-AU"/>
              <a:t> </a:t>
            </a:r>
            <a:r>
              <a:rPr lang="en-AU" err="1"/>
              <a:t>aut</a:t>
            </a:r>
            <a:r>
              <a:rPr lang="en-AU"/>
              <a:t> int </a:t>
            </a:r>
            <a:r>
              <a:rPr lang="en-AU" err="1"/>
              <a:t>idis</a:t>
            </a:r>
            <a:r>
              <a:rPr lang="en-AU"/>
              <a:t> </a:t>
            </a:r>
            <a:r>
              <a:rPr lang="en-AU" err="1"/>
              <a:t>ut</a:t>
            </a:r>
            <a:r>
              <a:rPr lang="en-AU"/>
              <a:t> la </a:t>
            </a:r>
            <a:r>
              <a:rPr lang="en-AU" err="1"/>
              <a:t>dolumquas</a:t>
            </a:r>
            <a:r>
              <a:rPr lang="en-AU"/>
              <a:t> mod </a:t>
            </a:r>
            <a:r>
              <a:rPr lang="en-AU" err="1"/>
              <a:t>quia</a:t>
            </a:r>
            <a:r>
              <a:rPr lang="en-AU"/>
              <a:t> dent et, </a:t>
            </a:r>
            <a:r>
              <a:rPr lang="en-AU" err="1"/>
              <a:t>quidunto</a:t>
            </a:r>
            <a:r>
              <a:rPr lang="en-AU"/>
              <a:t> </a:t>
            </a:r>
            <a:r>
              <a:rPr lang="en-AU" err="1"/>
              <a:t>offic</a:t>
            </a:r>
            <a:r>
              <a:rPr lang="en-AU"/>
              <a:t> </a:t>
            </a:r>
            <a:r>
              <a:rPr lang="en-AU" err="1"/>
              <a:t>tem</a:t>
            </a:r>
            <a:r>
              <a:rPr lang="en-AU"/>
              <a:t> </a:t>
            </a:r>
            <a:r>
              <a:rPr lang="en-AU" err="1"/>
              <a:t>nam</a:t>
            </a:r>
            <a:r>
              <a:rPr lang="en-AU"/>
              <a:t> </a:t>
            </a:r>
            <a:r>
              <a:rPr lang="en-AU" err="1"/>
              <a:t>destiorpore</a:t>
            </a:r>
            <a:r>
              <a:rPr lang="en-AU"/>
              <a:t> </a:t>
            </a:r>
            <a:r>
              <a:rPr lang="en-AU" err="1"/>
              <a:t>el</a:t>
            </a:r>
            <a:r>
              <a:rPr lang="en-AU"/>
              <a:t> id </a:t>
            </a:r>
            <a:r>
              <a:rPr lang="en-AU" err="1"/>
              <a:t>ut</a:t>
            </a:r>
            <a:r>
              <a:rPr lang="en-AU"/>
              <a:t> quiscimet.</a:t>
            </a:r>
          </a:p>
          <a:p>
            <a:pPr lvl="3"/>
            <a:r>
              <a:rPr lang="en-AU" err="1"/>
              <a:t>Rumquam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assum</a:t>
            </a:r>
            <a:r>
              <a:rPr lang="en-AU"/>
              <a:t> </a:t>
            </a:r>
            <a:r>
              <a:rPr lang="en-AU" err="1"/>
              <a:t>doluptat</a:t>
            </a:r>
            <a:r>
              <a:rPr lang="en-AU"/>
              <a:t> </a:t>
            </a:r>
            <a:r>
              <a:rPr lang="en-AU" err="1"/>
              <a:t>excearum</a:t>
            </a:r>
            <a:r>
              <a:rPr lang="en-AU"/>
              <a:t> que </a:t>
            </a:r>
            <a:r>
              <a:rPr lang="en-AU" err="1"/>
              <a:t>sam</a:t>
            </a:r>
            <a:r>
              <a:rPr lang="en-AU"/>
              <a:t> </a:t>
            </a:r>
            <a:r>
              <a:rPr lang="en-AU" err="1"/>
              <a:t>fugia</a:t>
            </a:r>
            <a:r>
              <a:rPr lang="en-AU"/>
              <a:t> </a:t>
            </a:r>
            <a:r>
              <a:rPr lang="en-AU" err="1"/>
              <a:t>dolut</a:t>
            </a:r>
            <a:r>
              <a:rPr lang="en-AU"/>
              <a:t> </a:t>
            </a:r>
            <a:r>
              <a:rPr lang="en-AU" err="1"/>
              <a:t>experia</a:t>
            </a:r>
            <a:r>
              <a:rPr lang="en-AU"/>
              <a:t> </a:t>
            </a:r>
            <a:r>
              <a:rPr lang="en-AU" err="1"/>
              <a:t>iusa</a:t>
            </a:r>
            <a:r>
              <a:rPr lang="en-AU"/>
              <a:t> event.</a:t>
            </a:r>
            <a:endParaRPr lang="en-AU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5A059297-9BE1-CB40-58A5-77C191147CB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884920" y="2307362"/>
            <a:ext cx="2468880" cy="3852721"/>
          </a:xfrm>
        </p:spPr>
        <p:txBody>
          <a:bodyPr/>
          <a:lstStyle/>
          <a:p>
            <a:r>
              <a:rPr lang="en-AU"/>
              <a:t>Title</a:t>
            </a:r>
          </a:p>
          <a:p>
            <a:pPr lvl="1"/>
            <a:r>
              <a:rPr lang="en-AU" err="1"/>
              <a:t>Otatur</a:t>
            </a:r>
            <a:r>
              <a:rPr lang="en-AU"/>
              <a:t> </a:t>
            </a:r>
            <a:r>
              <a:rPr lang="en-AU" err="1"/>
              <a:t>aligniminus</a:t>
            </a:r>
            <a:r>
              <a:rPr lang="en-AU"/>
              <a:t> </a:t>
            </a:r>
            <a:r>
              <a:rPr lang="en-AU" err="1"/>
              <a:t>aut</a:t>
            </a:r>
            <a:r>
              <a:rPr lang="en-AU"/>
              <a:t> int </a:t>
            </a:r>
            <a:r>
              <a:rPr lang="en-AU" err="1"/>
              <a:t>idis</a:t>
            </a:r>
            <a:r>
              <a:rPr lang="en-AU"/>
              <a:t> </a:t>
            </a:r>
            <a:r>
              <a:rPr lang="en-AU" err="1"/>
              <a:t>ut</a:t>
            </a:r>
            <a:r>
              <a:rPr lang="en-AU"/>
              <a:t> la </a:t>
            </a:r>
            <a:r>
              <a:rPr lang="en-AU" err="1"/>
              <a:t>dolumquas</a:t>
            </a:r>
            <a:r>
              <a:rPr lang="en-AU"/>
              <a:t> mod </a:t>
            </a:r>
            <a:r>
              <a:rPr lang="en-AU" err="1"/>
              <a:t>quia</a:t>
            </a:r>
            <a:r>
              <a:rPr lang="en-AU"/>
              <a:t> dent et, </a:t>
            </a:r>
            <a:r>
              <a:rPr lang="en-AU" err="1"/>
              <a:t>quidunto</a:t>
            </a:r>
            <a:r>
              <a:rPr lang="en-AU"/>
              <a:t> </a:t>
            </a:r>
            <a:r>
              <a:rPr lang="en-AU" err="1"/>
              <a:t>offic</a:t>
            </a:r>
            <a:r>
              <a:rPr lang="en-AU"/>
              <a:t> tem. </a:t>
            </a:r>
            <a:r>
              <a:rPr lang="en-AU" err="1"/>
              <a:t>Rumquam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assum</a:t>
            </a:r>
            <a:r>
              <a:rPr lang="en-AU"/>
              <a:t> </a:t>
            </a:r>
            <a:r>
              <a:rPr lang="en-AU" err="1"/>
              <a:t>doluptat</a:t>
            </a:r>
            <a:r>
              <a:rPr lang="en-AU"/>
              <a:t> </a:t>
            </a:r>
            <a:r>
              <a:rPr lang="en-AU" err="1"/>
              <a:t>excearum</a:t>
            </a:r>
            <a:r>
              <a:rPr lang="en-AU"/>
              <a:t> que </a:t>
            </a:r>
            <a:r>
              <a:rPr lang="en-AU" err="1"/>
              <a:t>sam</a:t>
            </a:r>
            <a:r>
              <a:rPr lang="en-AU"/>
              <a:t> </a:t>
            </a:r>
            <a:r>
              <a:rPr lang="en-AU" err="1"/>
              <a:t>fugia</a:t>
            </a:r>
            <a:r>
              <a:rPr lang="en-AU"/>
              <a:t> </a:t>
            </a:r>
            <a:r>
              <a:rPr lang="en-AU" err="1"/>
              <a:t>dolut</a:t>
            </a:r>
            <a:r>
              <a:rPr lang="en-AU"/>
              <a:t> Experia</a:t>
            </a:r>
          </a:p>
          <a:p>
            <a:pPr lvl="2"/>
            <a:r>
              <a:rPr lang="en-AU" err="1"/>
              <a:t>Otatur</a:t>
            </a:r>
            <a:r>
              <a:rPr lang="en-AU"/>
              <a:t> </a:t>
            </a:r>
            <a:r>
              <a:rPr lang="en-AU" err="1"/>
              <a:t>aligniminus</a:t>
            </a:r>
            <a:r>
              <a:rPr lang="en-AU"/>
              <a:t> </a:t>
            </a:r>
            <a:r>
              <a:rPr lang="en-AU" err="1"/>
              <a:t>aut</a:t>
            </a:r>
            <a:r>
              <a:rPr lang="en-AU"/>
              <a:t> int </a:t>
            </a:r>
            <a:r>
              <a:rPr lang="en-AU" err="1"/>
              <a:t>idis</a:t>
            </a:r>
            <a:r>
              <a:rPr lang="en-AU"/>
              <a:t> </a:t>
            </a:r>
            <a:r>
              <a:rPr lang="en-AU" err="1"/>
              <a:t>ut</a:t>
            </a:r>
            <a:r>
              <a:rPr lang="en-AU"/>
              <a:t> la </a:t>
            </a:r>
            <a:r>
              <a:rPr lang="en-AU" err="1"/>
              <a:t>dolumquas</a:t>
            </a:r>
            <a:r>
              <a:rPr lang="en-AU"/>
              <a:t> mod </a:t>
            </a:r>
            <a:r>
              <a:rPr lang="en-AU" err="1"/>
              <a:t>quia</a:t>
            </a:r>
            <a:r>
              <a:rPr lang="en-AU"/>
              <a:t> dent et, </a:t>
            </a:r>
            <a:r>
              <a:rPr lang="en-AU" err="1"/>
              <a:t>quidunto</a:t>
            </a:r>
            <a:r>
              <a:rPr lang="en-AU"/>
              <a:t> </a:t>
            </a:r>
            <a:r>
              <a:rPr lang="en-AU" err="1"/>
              <a:t>offic</a:t>
            </a:r>
            <a:r>
              <a:rPr lang="en-AU"/>
              <a:t> </a:t>
            </a:r>
            <a:r>
              <a:rPr lang="en-AU" err="1"/>
              <a:t>tem</a:t>
            </a:r>
            <a:r>
              <a:rPr lang="en-AU"/>
              <a:t> </a:t>
            </a:r>
            <a:r>
              <a:rPr lang="en-AU" err="1"/>
              <a:t>nam</a:t>
            </a:r>
            <a:r>
              <a:rPr lang="en-AU"/>
              <a:t> </a:t>
            </a:r>
            <a:r>
              <a:rPr lang="en-AU" err="1"/>
              <a:t>destiorpore</a:t>
            </a:r>
            <a:r>
              <a:rPr lang="en-AU"/>
              <a:t> </a:t>
            </a:r>
            <a:r>
              <a:rPr lang="en-AU" err="1"/>
              <a:t>el</a:t>
            </a:r>
            <a:r>
              <a:rPr lang="en-AU"/>
              <a:t> id </a:t>
            </a:r>
            <a:r>
              <a:rPr lang="en-AU" err="1"/>
              <a:t>ut</a:t>
            </a:r>
            <a:r>
              <a:rPr lang="en-AU"/>
              <a:t> quiscimet.</a:t>
            </a:r>
          </a:p>
          <a:p>
            <a:pPr lvl="3"/>
            <a:r>
              <a:rPr lang="en-AU" err="1"/>
              <a:t>Rumquam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assum</a:t>
            </a:r>
            <a:r>
              <a:rPr lang="en-AU"/>
              <a:t> </a:t>
            </a:r>
            <a:r>
              <a:rPr lang="en-AU" err="1"/>
              <a:t>doluptat</a:t>
            </a:r>
            <a:r>
              <a:rPr lang="en-AU"/>
              <a:t> </a:t>
            </a:r>
            <a:r>
              <a:rPr lang="en-AU" err="1"/>
              <a:t>excearum</a:t>
            </a:r>
            <a:r>
              <a:rPr lang="en-AU"/>
              <a:t> que </a:t>
            </a:r>
            <a:r>
              <a:rPr lang="en-AU" err="1"/>
              <a:t>sam</a:t>
            </a:r>
            <a:r>
              <a:rPr lang="en-AU"/>
              <a:t> </a:t>
            </a:r>
            <a:r>
              <a:rPr lang="en-AU" err="1"/>
              <a:t>fugia</a:t>
            </a:r>
            <a:r>
              <a:rPr lang="en-AU"/>
              <a:t> </a:t>
            </a:r>
            <a:r>
              <a:rPr lang="en-AU" err="1"/>
              <a:t>dolut</a:t>
            </a:r>
            <a:r>
              <a:rPr lang="en-AU"/>
              <a:t> </a:t>
            </a:r>
            <a:r>
              <a:rPr lang="en-AU" err="1"/>
              <a:t>experia</a:t>
            </a:r>
            <a:r>
              <a:rPr lang="en-AU"/>
              <a:t> </a:t>
            </a:r>
            <a:r>
              <a:rPr lang="en-AU" err="1"/>
              <a:t>iusa</a:t>
            </a:r>
            <a:r>
              <a:rPr lang="en-AU"/>
              <a:t> event.</a:t>
            </a: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D45DCF-303E-E8E9-92C3-8A74C6388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/>
              <a:t> </a:t>
            </a:r>
            <a:r>
              <a:rPr lang="en-AU" altLang="en-US"/>
              <a:t>Presentation Title Goes Here    |   </a:t>
            </a:r>
            <a:r>
              <a:rPr lang="en-AU" altLang="en-US" err="1"/>
              <a:t>Mmm</a:t>
            </a:r>
            <a:r>
              <a:rPr lang="en-AU" altLang="en-US"/>
              <a:t> YYYY    |    </a:t>
            </a:r>
            <a:fld id="{258E90BC-2E01-4359-AED7-5849BC58C23B}" type="slidenum">
              <a:rPr lang="en-AU" smtClean="0"/>
              <a:pPr/>
              <a:t>11</a:t>
            </a:fld>
            <a:endParaRPr lang="en-A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8B33E10-F721-8F4A-767A-483659CCF6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65188"/>
            <a:ext cx="733425" cy="458787"/>
          </a:xfrm>
        </p:spPr>
        <p:txBody>
          <a:bodyPr/>
          <a:lstStyle/>
          <a:p>
            <a:r>
              <a:rPr lang="en-AU"/>
              <a:t>1.7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2822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E1E7E156-5D54-938E-CFF1-D92223534FA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3520440" y="2307362"/>
            <a:ext cx="2468880" cy="3657600"/>
          </a:xfrm>
        </p:spPr>
        <p:txBody>
          <a:bodyPr/>
          <a:lstStyle/>
          <a:p>
            <a:r>
              <a:rPr lang="en-AU" dirty="0"/>
              <a:t>Title</a:t>
            </a:r>
          </a:p>
          <a:p>
            <a:pPr lvl="1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Experia</a:t>
            </a:r>
          </a:p>
          <a:p>
            <a:pPr lvl="2"/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 </a:t>
            </a:r>
            <a:r>
              <a:rPr lang="en-AU" dirty="0" err="1"/>
              <a:t>quia</a:t>
            </a:r>
            <a:r>
              <a:rPr lang="en-AU" dirty="0"/>
              <a:t> dent et, </a:t>
            </a:r>
            <a:r>
              <a:rPr lang="en-AU" dirty="0" err="1"/>
              <a:t>quidunto</a:t>
            </a:r>
            <a:r>
              <a:rPr lang="en-AU" dirty="0"/>
              <a:t> </a:t>
            </a:r>
            <a:r>
              <a:rPr lang="en-AU" dirty="0" err="1"/>
              <a:t>offic</a:t>
            </a:r>
            <a:r>
              <a:rPr lang="en-AU" dirty="0"/>
              <a:t> </a:t>
            </a:r>
            <a:r>
              <a:rPr lang="en-AU" dirty="0" err="1"/>
              <a:t>tem</a:t>
            </a:r>
            <a:r>
              <a:rPr lang="en-AU" dirty="0"/>
              <a:t> </a:t>
            </a:r>
            <a:r>
              <a:rPr lang="en-AU" dirty="0" err="1"/>
              <a:t>nam</a:t>
            </a:r>
            <a:r>
              <a:rPr lang="en-AU" dirty="0"/>
              <a:t> </a:t>
            </a:r>
            <a:r>
              <a:rPr lang="en-AU" dirty="0" err="1"/>
              <a:t>destiorpore</a:t>
            </a:r>
            <a:r>
              <a:rPr lang="en-AU" dirty="0"/>
              <a:t> </a:t>
            </a:r>
            <a:r>
              <a:rPr lang="en-AU" dirty="0" err="1"/>
              <a:t>el</a:t>
            </a:r>
            <a:r>
              <a:rPr lang="en-AU" dirty="0"/>
              <a:t> id </a:t>
            </a:r>
            <a:r>
              <a:rPr lang="en-AU" dirty="0" err="1"/>
              <a:t>ut.</a:t>
            </a:r>
            <a:endParaRPr lang="en-AU" dirty="0"/>
          </a:p>
          <a:p>
            <a:pPr lvl="3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</a:t>
            </a:r>
            <a:r>
              <a:rPr lang="en-AU" dirty="0" err="1"/>
              <a:t>experia</a:t>
            </a:r>
            <a:r>
              <a:rPr lang="en-AU" dirty="0"/>
              <a:t> </a:t>
            </a:r>
            <a:r>
              <a:rPr lang="en-AU" dirty="0" err="1"/>
              <a:t>iusa</a:t>
            </a:r>
            <a:r>
              <a:rPr lang="en-AU" dirty="0"/>
              <a:t> event.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220EBCB-8939-3433-4853-34D540CE359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202680" y="2307362"/>
            <a:ext cx="2468880" cy="3657600"/>
          </a:xfrm>
        </p:spPr>
        <p:txBody>
          <a:bodyPr/>
          <a:lstStyle/>
          <a:p>
            <a:r>
              <a:rPr lang="en-AU" dirty="0"/>
              <a:t>Title</a:t>
            </a:r>
          </a:p>
          <a:p>
            <a:pPr lvl="1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Experia</a:t>
            </a:r>
          </a:p>
          <a:p>
            <a:pPr lvl="2"/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 </a:t>
            </a:r>
            <a:r>
              <a:rPr lang="en-AU" dirty="0" err="1"/>
              <a:t>quia</a:t>
            </a:r>
            <a:r>
              <a:rPr lang="en-AU" dirty="0"/>
              <a:t> dent et, </a:t>
            </a:r>
            <a:r>
              <a:rPr lang="en-AU" dirty="0" err="1"/>
              <a:t>quidunto</a:t>
            </a:r>
            <a:r>
              <a:rPr lang="en-AU" dirty="0"/>
              <a:t> </a:t>
            </a:r>
            <a:r>
              <a:rPr lang="en-AU" dirty="0" err="1"/>
              <a:t>offic</a:t>
            </a:r>
            <a:r>
              <a:rPr lang="en-AU" dirty="0"/>
              <a:t> </a:t>
            </a:r>
            <a:r>
              <a:rPr lang="en-AU" dirty="0" err="1"/>
              <a:t>tem</a:t>
            </a:r>
            <a:r>
              <a:rPr lang="en-AU" dirty="0"/>
              <a:t> </a:t>
            </a:r>
            <a:r>
              <a:rPr lang="en-AU" dirty="0" err="1"/>
              <a:t>nam</a:t>
            </a:r>
            <a:r>
              <a:rPr lang="en-AU" dirty="0"/>
              <a:t> </a:t>
            </a:r>
            <a:r>
              <a:rPr lang="en-AU" dirty="0" err="1"/>
              <a:t>destiorpore</a:t>
            </a:r>
            <a:r>
              <a:rPr lang="en-AU" dirty="0"/>
              <a:t> </a:t>
            </a:r>
            <a:r>
              <a:rPr lang="en-AU" dirty="0" err="1"/>
              <a:t>el</a:t>
            </a:r>
            <a:r>
              <a:rPr lang="en-AU" dirty="0"/>
              <a:t> id </a:t>
            </a:r>
            <a:r>
              <a:rPr lang="en-AU" dirty="0" err="1"/>
              <a:t>ut.</a:t>
            </a:r>
            <a:endParaRPr lang="en-AU" dirty="0"/>
          </a:p>
          <a:p>
            <a:pPr lvl="3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</a:t>
            </a:r>
            <a:r>
              <a:rPr lang="en-AU" dirty="0" err="1"/>
              <a:t>experia</a:t>
            </a:r>
            <a:r>
              <a:rPr lang="en-AU" dirty="0"/>
              <a:t> </a:t>
            </a:r>
            <a:r>
              <a:rPr lang="en-AU" dirty="0" err="1"/>
              <a:t>iusa</a:t>
            </a:r>
            <a:r>
              <a:rPr lang="en-AU" dirty="0"/>
              <a:t> event.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5A059297-9BE1-CB40-58A5-77C191147CBA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884920" y="2307362"/>
            <a:ext cx="2468880" cy="3657600"/>
          </a:xfrm>
        </p:spPr>
        <p:txBody>
          <a:bodyPr/>
          <a:lstStyle/>
          <a:p>
            <a:r>
              <a:rPr lang="en-AU" dirty="0"/>
              <a:t>Title</a:t>
            </a:r>
          </a:p>
          <a:p>
            <a:pPr lvl="1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Experia</a:t>
            </a:r>
          </a:p>
          <a:p>
            <a:pPr lvl="2"/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 </a:t>
            </a:r>
            <a:r>
              <a:rPr lang="en-AU" dirty="0" err="1"/>
              <a:t>quia</a:t>
            </a:r>
            <a:r>
              <a:rPr lang="en-AU" dirty="0"/>
              <a:t> dent et, </a:t>
            </a:r>
            <a:r>
              <a:rPr lang="en-AU" dirty="0" err="1"/>
              <a:t>quidunto</a:t>
            </a:r>
            <a:r>
              <a:rPr lang="en-AU" dirty="0"/>
              <a:t> </a:t>
            </a:r>
            <a:r>
              <a:rPr lang="en-AU" dirty="0" err="1"/>
              <a:t>offic</a:t>
            </a:r>
            <a:r>
              <a:rPr lang="en-AU" dirty="0"/>
              <a:t> </a:t>
            </a:r>
            <a:r>
              <a:rPr lang="en-AU" dirty="0" err="1"/>
              <a:t>tem</a:t>
            </a:r>
            <a:r>
              <a:rPr lang="en-AU" dirty="0"/>
              <a:t> </a:t>
            </a:r>
            <a:r>
              <a:rPr lang="en-AU" dirty="0" err="1"/>
              <a:t>nam</a:t>
            </a:r>
            <a:r>
              <a:rPr lang="en-AU" dirty="0"/>
              <a:t> </a:t>
            </a:r>
            <a:r>
              <a:rPr lang="en-AU" dirty="0" err="1"/>
              <a:t>destiorpore</a:t>
            </a:r>
            <a:r>
              <a:rPr lang="en-AU" dirty="0"/>
              <a:t> </a:t>
            </a:r>
            <a:r>
              <a:rPr lang="en-AU" dirty="0" err="1"/>
              <a:t>el</a:t>
            </a:r>
            <a:r>
              <a:rPr lang="en-AU" dirty="0"/>
              <a:t> id </a:t>
            </a:r>
            <a:r>
              <a:rPr lang="en-AU" dirty="0" err="1"/>
              <a:t>ut.</a:t>
            </a:r>
            <a:endParaRPr lang="en-AU" dirty="0"/>
          </a:p>
          <a:p>
            <a:pPr lvl="3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</a:t>
            </a:r>
            <a:r>
              <a:rPr lang="en-AU" dirty="0" err="1"/>
              <a:t>experia</a:t>
            </a:r>
            <a:r>
              <a:rPr lang="en-AU" dirty="0"/>
              <a:t> </a:t>
            </a:r>
            <a:r>
              <a:rPr lang="en-AU" dirty="0" err="1"/>
              <a:t>iusa</a:t>
            </a:r>
            <a:r>
              <a:rPr lang="en-AU" dirty="0"/>
              <a:t> event.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A0E7B1E2-9810-2660-4415-B5E616AD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482"/>
            <a:ext cx="10515600" cy="480131"/>
          </a:xfrm>
        </p:spPr>
        <p:txBody>
          <a:bodyPr/>
          <a:lstStyle/>
          <a:p>
            <a:r>
              <a:rPr lang="en-AU" dirty="0"/>
              <a:t>Title and 4  Column Content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4C507B3-A30D-D681-FCF8-90079B0B5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307362"/>
            <a:ext cx="2468880" cy="3657600"/>
          </a:xfrm>
        </p:spPr>
        <p:txBody>
          <a:bodyPr/>
          <a:lstStyle/>
          <a:p>
            <a:r>
              <a:rPr lang="en-AU" dirty="0"/>
              <a:t>Title</a:t>
            </a:r>
          </a:p>
          <a:p>
            <a:pPr lvl="1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Experia</a:t>
            </a:r>
          </a:p>
          <a:p>
            <a:pPr lvl="2"/>
            <a:r>
              <a:rPr lang="en-AU" dirty="0" err="1"/>
              <a:t>Otatur</a:t>
            </a:r>
            <a:r>
              <a:rPr lang="en-AU" dirty="0"/>
              <a:t> </a:t>
            </a:r>
            <a:r>
              <a:rPr lang="en-AU" dirty="0" err="1"/>
              <a:t>aligniminus</a:t>
            </a:r>
            <a:r>
              <a:rPr lang="en-AU" dirty="0"/>
              <a:t> </a:t>
            </a:r>
            <a:r>
              <a:rPr lang="en-AU" dirty="0" err="1"/>
              <a:t>aut</a:t>
            </a:r>
            <a:r>
              <a:rPr lang="en-AU" dirty="0"/>
              <a:t> int </a:t>
            </a:r>
            <a:r>
              <a:rPr lang="en-AU" dirty="0" err="1"/>
              <a:t>idis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 </a:t>
            </a:r>
            <a:r>
              <a:rPr lang="en-AU" dirty="0" err="1"/>
              <a:t>dolumquas</a:t>
            </a:r>
            <a:r>
              <a:rPr lang="en-AU" dirty="0"/>
              <a:t> mod </a:t>
            </a:r>
            <a:r>
              <a:rPr lang="en-AU" dirty="0" err="1"/>
              <a:t>quia</a:t>
            </a:r>
            <a:r>
              <a:rPr lang="en-AU" dirty="0"/>
              <a:t> dent et, </a:t>
            </a:r>
            <a:r>
              <a:rPr lang="en-AU" dirty="0" err="1"/>
              <a:t>quidunto</a:t>
            </a:r>
            <a:r>
              <a:rPr lang="en-AU" dirty="0"/>
              <a:t> </a:t>
            </a:r>
            <a:r>
              <a:rPr lang="en-AU" dirty="0" err="1"/>
              <a:t>offic</a:t>
            </a:r>
            <a:r>
              <a:rPr lang="en-AU" dirty="0"/>
              <a:t> </a:t>
            </a:r>
            <a:r>
              <a:rPr lang="en-AU" dirty="0" err="1"/>
              <a:t>tem</a:t>
            </a:r>
            <a:r>
              <a:rPr lang="en-AU" dirty="0"/>
              <a:t> </a:t>
            </a:r>
            <a:r>
              <a:rPr lang="en-AU" dirty="0" err="1"/>
              <a:t>nam</a:t>
            </a:r>
            <a:r>
              <a:rPr lang="en-AU" dirty="0"/>
              <a:t> </a:t>
            </a:r>
            <a:r>
              <a:rPr lang="en-AU" dirty="0" err="1"/>
              <a:t>destiorpore</a:t>
            </a:r>
            <a:r>
              <a:rPr lang="en-AU" dirty="0"/>
              <a:t> </a:t>
            </a:r>
            <a:r>
              <a:rPr lang="en-AU" dirty="0" err="1"/>
              <a:t>el</a:t>
            </a:r>
            <a:r>
              <a:rPr lang="en-AU" dirty="0"/>
              <a:t> id </a:t>
            </a:r>
            <a:r>
              <a:rPr lang="en-AU" dirty="0" err="1"/>
              <a:t>ut.</a:t>
            </a:r>
            <a:endParaRPr lang="en-AU" dirty="0"/>
          </a:p>
          <a:p>
            <a:pPr lvl="3"/>
            <a:r>
              <a:rPr lang="en-AU" dirty="0" err="1"/>
              <a:t>Rumquam</a:t>
            </a:r>
            <a:r>
              <a:rPr lang="en-AU" dirty="0"/>
              <a:t> </a:t>
            </a:r>
            <a:r>
              <a:rPr lang="en-AU" dirty="0" err="1"/>
              <a:t>etur</a:t>
            </a:r>
            <a:r>
              <a:rPr lang="en-AU" dirty="0"/>
              <a:t> </a:t>
            </a:r>
            <a:r>
              <a:rPr lang="en-AU" dirty="0" err="1"/>
              <a:t>assum</a:t>
            </a:r>
            <a:r>
              <a:rPr lang="en-AU" dirty="0"/>
              <a:t> </a:t>
            </a:r>
            <a:r>
              <a:rPr lang="en-AU" dirty="0" err="1"/>
              <a:t>doluptat</a:t>
            </a:r>
            <a:r>
              <a:rPr lang="en-AU" dirty="0"/>
              <a:t> </a:t>
            </a:r>
            <a:r>
              <a:rPr lang="en-AU" dirty="0" err="1"/>
              <a:t>excearum</a:t>
            </a:r>
            <a:r>
              <a:rPr lang="en-AU" dirty="0"/>
              <a:t> que </a:t>
            </a:r>
            <a:r>
              <a:rPr lang="en-AU" dirty="0" err="1"/>
              <a:t>sam</a:t>
            </a:r>
            <a:r>
              <a:rPr lang="en-AU" dirty="0"/>
              <a:t> </a:t>
            </a:r>
            <a:r>
              <a:rPr lang="en-AU" dirty="0" err="1"/>
              <a:t>fugia</a:t>
            </a:r>
            <a:r>
              <a:rPr lang="en-AU" dirty="0"/>
              <a:t> </a:t>
            </a:r>
            <a:r>
              <a:rPr lang="en-AU" dirty="0" err="1"/>
              <a:t>dolut</a:t>
            </a:r>
            <a:r>
              <a:rPr lang="en-AU" dirty="0"/>
              <a:t> </a:t>
            </a:r>
            <a:r>
              <a:rPr lang="en-AU" dirty="0" err="1"/>
              <a:t>experia</a:t>
            </a:r>
            <a:r>
              <a:rPr lang="en-AU" dirty="0"/>
              <a:t> </a:t>
            </a:r>
            <a:r>
              <a:rPr lang="en-AU" dirty="0" err="1"/>
              <a:t>iusa</a:t>
            </a:r>
            <a:r>
              <a:rPr lang="en-AU" dirty="0"/>
              <a:t> event.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B2F5E7-31A0-B217-BF92-87C720DAA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12</a:t>
            </a:fld>
            <a:endParaRPr lang="en-A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E83BAC69-A58C-43F1-7EAC-2A17821616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AU" dirty="0"/>
              <a:t>1.8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C4396B-FFEB-8C96-6AC6-8C26B41FA4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2680"/>
          <a:stretch/>
        </p:blipFill>
        <p:spPr>
          <a:xfrm>
            <a:off x="1668215" y="1531214"/>
            <a:ext cx="747713" cy="7090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DB5D0D-5FDD-85C4-0D44-D549E1DFF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2337" y="1524587"/>
            <a:ext cx="689179" cy="722313"/>
          </a:xfrm>
          <a:prstGeom prst="rect">
            <a:avLst/>
          </a:prstGeom>
        </p:spPr>
      </p:pic>
      <p:sp>
        <p:nvSpPr>
          <p:cNvPr id="29" name="Freeform 20">
            <a:extLst>
              <a:ext uri="{FF2B5EF4-FFF2-40B4-BE49-F238E27FC236}">
                <a16:creationId xmlns:a16="http://schemas.microsoft.com/office/drawing/2014/main" id="{D73F1270-7915-EC5D-32B1-2A66C390B506}"/>
              </a:ext>
            </a:extLst>
          </p:cNvPr>
          <p:cNvSpPr>
            <a:spLocks/>
          </p:cNvSpPr>
          <p:nvPr/>
        </p:nvSpPr>
        <p:spPr bwMode="auto">
          <a:xfrm>
            <a:off x="977265" y="2493963"/>
            <a:ext cx="286264" cy="219164"/>
          </a:xfrm>
          <a:custGeom>
            <a:avLst/>
            <a:gdLst>
              <a:gd name="T0" fmla="*/ 379 w 909"/>
              <a:gd name="T1" fmla="*/ 696 h 696"/>
              <a:gd name="T2" fmla="*/ 0 w 909"/>
              <a:gd name="T3" fmla="*/ 696 h 696"/>
              <a:gd name="T4" fmla="*/ 469 w 909"/>
              <a:gd name="T5" fmla="*/ 32 h 696"/>
              <a:gd name="T6" fmla="*/ 530 w 909"/>
              <a:gd name="T7" fmla="*/ 0 h 696"/>
              <a:gd name="T8" fmla="*/ 909 w 909"/>
              <a:gd name="T9" fmla="*/ 0 h 696"/>
              <a:gd name="T10" fmla="*/ 440 w 909"/>
              <a:gd name="T11" fmla="*/ 664 h 696"/>
              <a:gd name="T12" fmla="*/ 379 w 909"/>
              <a:gd name="T13" fmla="*/ 696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9" h="696">
                <a:moveTo>
                  <a:pt x="379" y="696"/>
                </a:moveTo>
                <a:cubicBezTo>
                  <a:pt x="0" y="696"/>
                  <a:pt x="0" y="696"/>
                  <a:pt x="0" y="696"/>
                </a:cubicBezTo>
                <a:cubicBezTo>
                  <a:pt x="469" y="32"/>
                  <a:pt x="469" y="32"/>
                  <a:pt x="469" y="32"/>
                </a:cubicBezTo>
                <a:cubicBezTo>
                  <a:pt x="483" y="12"/>
                  <a:pt x="506" y="0"/>
                  <a:pt x="530" y="0"/>
                </a:cubicBezTo>
                <a:cubicBezTo>
                  <a:pt x="909" y="0"/>
                  <a:pt x="909" y="0"/>
                  <a:pt x="909" y="0"/>
                </a:cubicBezTo>
                <a:cubicBezTo>
                  <a:pt x="440" y="664"/>
                  <a:pt x="440" y="664"/>
                  <a:pt x="440" y="664"/>
                </a:cubicBezTo>
                <a:cubicBezTo>
                  <a:pt x="426" y="684"/>
                  <a:pt x="404" y="696"/>
                  <a:pt x="379" y="69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dirty="0"/>
          </a:p>
        </p:txBody>
      </p:sp>
      <p:sp>
        <p:nvSpPr>
          <p:cNvPr id="30" name="Freeform 20">
            <a:extLst>
              <a:ext uri="{FF2B5EF4-FFF2-40B4-BE49-F238E27FC236}">
                <a16:creationId xmlns:a16="http://schemas.microsoft.com/office/drawing/2014/main" id="{A0A97227-967A-C952-E528-9250EE6C4EE2}"/>
              </a:ext>
            </a:extLst>
          </p:cNvPr>
          <p:cNvSpPr>
            <a:spLocks/>
          </p:cNvSpPr>
          <p:nvPr/>
        </p:nvSpPr>
        <p:spPr bwMode="auto">
          <a:xfrm>
            <a:off x="9023985" y="2493963"/>
            <a:ext cx="286264" cy="219164"/>
          </a:xfrm>
          <a:custGeom>
            <a:avLst/>
            <a:gdLst>
              <a:gd name="T0" fmla="*/ 379 w 909"/>
              <a:gd name="T1" fmla="*/ 696 h 696"/>
              <a:gd name="T2" fmla="*/ 0 w 909"/>
              <a:gd name="T3" fmla="*/ 696 h 696"/>
              <a:gd name="T4" fmla="*/ 469 w 909"/>
              <a:gd name="T5" fmla="*/ 32 h 696"/>
              <a:gd name="T6" fmla="*/ 530 w 909"/>
              <a:gd name="T7" fmla="*/ 0 h 696"/>
              <a:gd name="T8" fmla="*/ 909 w 909"/>
              <a:gd name="T9" fmla="*/ 0 h 696"/>
              <a:gd name="T10" fmla="*/ 440 w 909"/>
              <a:gd name="T11" fmla="*/ 664 h 696"/>
              <a:gd name="T12" fmla="*/ 379 w 909"/>
              <a:gd name="T13" fmla="*/ 696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9" h="696">
                <a:moveTo>
                  <a:pt x="379" y="696"/>
                </a:moveTo>
                <a:cubicBezTo>
                  <a:pt x="0" y="696"/>
                  <a:pt x="0" y="696"/>
                  <a:pt x="0" y="696"/>
                </a:cubicBezTo>
                <a:cubicBezTo>
                  <a:pt x="469" y="32"/>
                  <a:pt x="469" y="32"/>
                  <a:pt x="469" y="32"/>
                </a:cubicBezTo>
                <a:cubicBezTo>
                  <a:pt x="483" y="12"/>
                  <a:pt x="506" y="0"/>
                  <a:pt x="530" y="0"/>
                </a:cubicBezTo>
                <a:cubicBezTo>
                  <a:pt x="909" y="0"/>
                  <a:pt x="909" y="0"/>
                  <a:pt x="909" y="0"/>
                </a:cubicBezTo>
                <a:cubicBezTo>
                  <a:pt x="440" y="664"/>
                  <a:pt x="440" y="664"/>
                  <a:pt x="440" y="664"/>
                </a:cubicBezTo>
                <a:cubicBezTo>
                  <a:pt x="426" y="684"/>
                  <a:pt x="404" y="696"/>
                  <a:pt x="379" y="69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dirty="0"/>
          </a:p>
        </p:txBody>
      </p:sp>
      <p:sp>
        <p:nvSpPr>
          <p:cNvPr id="31" name="Freeform 20">
            <a:extLst>
              <a:ext uri="{FF2B5EF4-FFF2-40B4-BE49-F238E27FC236}">
                <a16:creationId xmlns:a16="http://schemas.microsoft.com/office/drawing/2014/main" id="{63CB0928-12E3-5108-6078-3E6B2CEF3C3C}"/>
              </a:ext>
            </a:extLst>
          </p:cNvPr>
          <p:cNvSpPr>
            <a:spLocks/>
          </p:cNvSpPr>
          <p:nvPr/>
        </p:nvSpPr>
        <p:spPr bwMode="auto">
          <a:xfrm>
            <a:off x="6334125" y="2493963"/>
            <a:ext cx="286264" cy="219164"/>
          </a:xfrm>
          <a:custGeom>
            <a:avLst/>
            <a:gdLst>
              <a:gd name="T0" fmla="*/ 379 w 909"/>
              <a:gd name="T1" fmla="*/ 696 h 696"/>
              <a:gd name="T2" fmla="*/ 0 w 909"/>
              <a:gd name="T3" fmla="*/ 696 h 696"/>
              <a:gd name="T4" fmla="*/ 469 w 909"/>
              <a:gd name="T5" fmla="*/ 32 h 696"/>
              <a:gd name="T6" fmla="*/ 530 w 909"/>
              <a:gd name="T7" fmla="*/ 0 h 696"/>
              <a:gd name="T8" fmla="*/ 909 w 909"/>
              <a:gd name="T9" fmla="*/ 0 h 696"/>
              <a:gd name="T10" fmla="*/ 440 w 909"/>
              <a:gd name="T11" fmla="*/ 664 h 696"/>
              <a:gd name="T12" fmla="*/ 379 w 909"/>
              <a:gd name="T13" fmla="*/ 696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9" h="696">
                <a:moveTo>
                  <a:pt x="379" y="696"/>
                </a:moveTo>
                <a:cubicBezTo>
                  <a:pt x="0" y="696"/>
                  <a:pt x="0" y="696"/>
                  <a:pt x="0" y="696"/>
                </a:cubicBezTo>
                <a:cubicBezTo>
                  <a:pt x="469" y="32"/>
                  <a:pt x="469" y="32"/>
                  <a:pt x="469" y="32"/>
                </a:cubicBezTo>
                <a:cubicBezTo>
                  <a:pt x="483" y="12"/>
                  <a:pt x="506" y="0"/>
                  <a:pt x="530" y="0"/>
                </a:cubicBezTo>
                <a:cubicBezTo>
                  <a:pt x="909" y="0"/>
                  <a:pt x="909" y="0"/>
                  <a:pt x="909" y="0"/>
                </a:cubicBezTo>
                <a:cubicBezTo>
                  <a:pt x="440" y="664"/>
                  <a:pt x="440" y="664"/>
                  <a:pt x="440" y="664"/>
                </a:cubicBezTo>
                <a:cubicBezTo>
                  <a:pt x="426" y="684"/>
                  <a:pt x="404" y="696"/>
                  <a:pt x="379" y="69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dirty="0"/>
          </a:p>
        </p:txBody>
      </p:sp>
      <p:sp>
        <p:nvSpPr>
          <p:cNvPr id="32" name="Freeform 20">
            <a:extLst>
              <a:ext uri="{FF2B5EF4-FFF2-40B4-BE49-F238E27FC236}">
                <a16:creationId xmlns:a16="http://schemas.microsoft.com/office/drawing/2014/main" id="{5D8EE6E8-1D53-F617-B427-29367BC8E00B}"/>
              </a:ext>
            </a:extLst>
          </p:cNvPr>
          <p:cNvSpPr>
            <a:spLocks/>
          </p:cNvSpPr>
          <p:nvPr/>
        </p:nvSpPr>
        <p:spPr bwMode="auto">
          <a:xfrm>
            <a:off x="3651885" y="2493963"/>
            <a:ext cx="286264" cy="219164"/>
          </a:xfrm>
          <a:custGeom>
            <a:avLst/>
            <a:gdLst>
              <a:gd name="T0" fmla="*/ 379 w 909"/>
              <a:gd name="T1" fmla="*/ 696 h 696"/>
              <a:gd name="T2" fmla="*/ 0 w 909"/>
              <a:gd name="T3" fmla="*/ 696 h 696"/>
              <a:gd name="T4" fmla="*/ 469 w 909"/>
              <a:gd name="T5" fmla="*/ 32 h 696"/>
              <a:gd name="T6" fmla="*/ 530 w 909"/>
              <a:gd name="T7" fmla="*/ 0 h 696"/>
              <a:gd name="T8" fmla="*/ 909 w 909"/>
              <a:gd name="T9" fmla="*/ 0 h 696"/>
              <a:gd name="T10" fmla="*/ 440 w 909"/>
              <a:gd name="T11" fmla="*/ 664 h 696"/>
              <a:gd name="T12" fmla="*/ 379 w 909"/>
              <a:gd name="T13" fmla="*/ 696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9" h="696">
                <a:moveTo>
                  <a:pt x="379" y="696"/>
                </a:moveTo>
                <a:cubicBezTo>
                  <a:pt x="0" y="696"/>
                  <a:pt x="0" y="696"/>
                  <a:pt x="0" y="696"/>
                </a:cubicBezTo>
                <a:cubicBezTo>
                  <a:pt x="469" y="32"/>
                  <a:pt x="469" y="32"/>
                  <a:pt x="469" y="32"/>
                </a:cubicBezTo>
                <a:cubicBezTo>
                  <a:pt x="483" y="12"/>
                  <a:pt x="506" y="0"/>
                  <a:pt x="530" y="0"/>
                </a:cubicBezTo>
                <a:cubicBezTo>
                  <a:pt x="909" y="0"/>
                  <a:pt x="909" y="0"/>
                  <a:pt x="909" y="0"/>
                </a:cubicBezTo>
                <a:cubicBezTo>
                  <a:pt x="440" y="664"/>
                  <a:pt x="440" y="664"/>
                  <a:pt x="440" y="664"/>
                </a:cubicBezTo>
                <a:cubicBezTo>
                  <a:pt x="426" y="684"/>
                  <a:pt x="404" y="696"/>
                  <a:pt x="379" y="69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A7E7B8F-3515-38AC-187A-CC624202E2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065" r="36763"/>
          <a:stretch/>
        </p:blipFill>
        <p:spPr>
          <a:xfrm>
            <a:off x="4221585" y="1531214"/>
            <a:ext cx="716280" cy="70906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5E4775F-F4A0-2D83-FD0F-BBE8EB8F1E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260"/>
          <a:stretch/>
        </p:blipFill>
        <p:spPr>
          <a:xfrm>
            <a:off x="6934188" y="1531214"/>
            <a:ext cx="731826" cy="7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7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BD0B29-85D9-6557-A198-E9744A4DA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Subtitle Text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517FD84-BEF5-501F-5A85-6E1E3CB3C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3421A6-ACA8-DBF6-2CFE-24ABD0BEB1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1.1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608447-4071-F9A7-142E-5FACBAFB0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13</a:t>
            </a:fld>
            <a:endParaRPr lang="en-AU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761F1F0-675B-3918-6E72-E6E816103817}"/>
              </a:ext>
            </a:extLst>
          </p:cNvPr>
          <p:cNvSpPr/>
          <p:nvPr/>
        </p:nvSpPr>
        <p:spPr>
          <a:xfrm>
            <a:off x="872534" y="1921369"/>
            <a:ext cx="3478292" cy="38264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AU" b="1" dirty="0">
                <a:solidFill>
                  <a:schemeClr val="bg1"/>
                </a:solidFill>
              </a:rPr>
              <a:t>Situation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296FD45F-C76B-A016-FAA8-1FA051A1E8B1}"/>
              </a:ext>
            </a:extLst>
          </p:cNvPr>
          <p:cNvSpPr/>
          <p:nvPr/>
        </p:nvSpPr>
        <p:spPr>
          <a:xfrm>
            <a:off x="4374021" y="1921369"/>
            <a:ext cx="3478292" cy="38264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AU" b="1" dirty="0">
                <a:solidFill>
                  <a:schemeClr val="bg1"/>
                </a:solidFill>
              </a:rPr>
              <a:t>Complication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C3165F28-5C9D-1D95-6899-37D058F691B1}"/>
              </a:ext>
            </a:extLst>
          </p:cNvPr>
          <p:cNvSpPr/>
          <p:nvPr/>
        </p:nvSpPr>
        <p:spPr>
          <a:xfrm>
            <a:off x="7875508" y="1921369"/>
            <a:ext cx="3478292" cy="382643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AU" b="1" dirty="0">
                <a:solidFill>
                  <a:schemeClr val="bg1"/>
                </a:solidFill>
              </a:rPr>
              <a:t>Resolution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1A2753-ACE2-23EB-7789-85999801A7B3}"/>
              </a:ext>
            </a:extLst>
          </p:cNvPr>
          <p:cNvCxnSpPr/>
          <p:nvPr/>
        </p:nvCxnSpPr>
        <p:spPr>
          <a:xfrm>
            <a:off x="4276595" y="2304012"/>
            <a:ext cx="0" cy="388975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F8E9C4-CDF0-0505-3D1A-A9B03622ACAC}"/>
              </a:ext>
            </a:extLst>
          </p:cNvPr>
          <p:cNvCxnSpPr/>
          <p:nvPr/>
        </p:nvCxnSpPr>
        <p:spPr>
          <a:xfrm>
            <a:off x="7778082" y="2304012"/>
            <a:ext cx="0" cy="388975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53477A0-D1A3-A9B0-D83F-D257E21F61BC}"/>
              </a:ext>
            </a:extLst>
          </p:cNvPr>
          <p:cNvSpPr txBox="1"/>
          <p:nvPr/>
        </p:nvSpPr>
        <p:spPr>
          <a:xfrm>
            <a:off x="838200" y="2540004"/>
            <a:ext cx="3282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AU" sz="1600" dirty="0"/>
              <a:t>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434257-51BA-A261-B51C-FAE9417EA4C5}"/>
              </a:ext>
            </a:extLst>
          </p:cNvPr>
          <p:cNvSpPr txBox="1"/>
          <p:nvPr/>
        </p:nvSpPr>
        <p:spPr>
          <a:xfrm>
            <a:off x="4434098" y="2540004"/>
            <a:ext cx="3186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AU" sz="1600" dirty="0"/>
              <a:t>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779386-37C1-B52A-C7E1-0A25C569C9DF}"/>
              </a:ext>
            </a:extLst>
          </p:cNvPr>
          <p:cNvSpPr txBox="1"/>
          <p:nvPr/>
        </p:nvSpPr>
        <p:spPr>
          <a:xfrm>
            <a:off x="7935584" y="2540004"/>
            <a:ext cx="3186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AU" sz="160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68823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BD0B29-85D9-6557-A198-E9744A4DA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Subtitle Text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517FD84-BEF5-501F-5A85-6E1E3CB3C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3421A6-ACA8-DBF6-2CFE-24ABD0BEB1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1.1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608447-4071-F9A7-142E-5FACBAFB0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14</a:t>
            </a:fld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83621E-62A6-DD4F-97C5-0BC7F2C7ABB2}"/>
              </a:ext>
            </a:extLst>
          </p:cNvPr>
          <p:cNvSpPr/>
          <p:nvPr/>
        </p:nvSpPr>
        <p:spPr>
          <a:xfrm>
            <a:off x="398781" y="2299055"/>
            <a:ext cx="2556857" cy="11553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44000" rtlCol="0" anchor="t"/>
          <a:lstStyle/>
          <a:p>
            <a:pPr algn="l"/>
            <a:r>
              <a:rPr lang="en-AU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30E92-BED4-B1A8-1037-8ACBDC878D93}"/>
              </a:ext>
            </a:extLst>
          </p:cNvPr>
          <p:cNvSpPr/>
          <p:nvPr/>
        </p:nvSpPr>
        <p:spPr>
          <a:xfrm>
            <a:off x="398781" y="3675642"/>
            <a:ext cx="2556857" cy="11553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44000" rtlCol="0" anchor="t"/>
          <a:lstStyle/>
          <a:p>
            <a:pPr algn="l"/>
            <a:r>
              <a:rPr lang="en-AU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CE01D8-446A-2184-E298-76003712EA22}"/>
              </a:ext>
            </a:extLst>
          </p:cNvPr>
          <p:cNvSpPr/>
          <p:nvPr/>
        </p:nvSpPr>
        <p:spPr>
          <a:xfrm>
            <a:off x="398781" y="5052228"/>
            <a:ext cx="2556857" cy="115536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44000" rtlCol="0" anchor="t"/>
          <a:lstStyle/>
          <a:p>
            <a:pPr algn="l"/>
            <a:r>
              <a:rPr lang="en-AU" b="1" dirty="0">
                <a:solidFill>
                  <a:schemeClr val="bg1"/>
                </a:solidFill>
              </a:rPr>
              <a:t>Text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D49458-ABE6-F002-B460-5B44688CFA5A}"/>
              </a:ext>
            </a:extLst>
          </p:cNvPr>
          <p:cNvCxnSpPr/>
          <p:nvPr/>
        </p:nvCxnSpPr>
        <p:spPr>
          <a:xfrm>
            <a:off x="398780" y="3565032"/>
            <a:ext cx="1139444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F1114C-9153-5F89-5865-9804A7BC229B}"/>
              </a:ext>
            </a:extLst>
          </p:cNvPr>
          <p:cNvCxnSpPr/>
          <p:nvPr/>
        </p:nvCxnSpPr>
        <p:spPr>
          <a:xfrm>
            <a:off x="398780" y="4941619"/>
            <a:ext cx="1139444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29DEA48-341A-8890-6E12-73134A02ADE3}"/>
              </a:ext>
            </a:extLst>
          </p:cNvPr>
          <p:cNvCxnSpPr>
            <a:cxnSpLocks/>
          </p:cNvCxnSpPr>
          <p:nvPr/>
        </p:nvCxnSpPr>
        <p:spPr>
          <a:xfrm>
            <a:off x="3091071" y="2184758"/>
            <a:ext cx="401555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7D7B5BE-B34C-49E5-2535-B7AB8372A21C}"/>
              </a:ext>
            </a:extLst>
          </p:cNvPr>
          <p:cNvSpPr txBox="1"/>
          <p:nvPr/>
        </p:nvSpPr>
        <p:spPr>
          <a:xfrm>
            <a:off x="3091071" y="1844863"/>
            <a:ext cx="4015556" cy="32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From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8A89E2-67C8-68C2-D1AE-1C498787B5F0}"/>
              </a:ext>
            </a:extLst>
          </p:cNvPr>
          <p:cNvSpPr txBox="1"/>
          <p:nvPr/>
        </p:nvSpPr>
        <p:spPr>
          <a:xfrm>
            <a:off x="3091071" y="2295369"/>
            <a:ext cx="4015556" cy="28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500" dirty="0"/>
              <a:t>Text</a:t>
            </a:r>
            <a:endParaRPr lang="en-AU" sz="1500" b="1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303150E-465A-44EE-4E5D-A112D197DA1C}"/>
              </a:ext>
            </a:extLst>
          </p:cNvPr>
          <p:cNvCxnSpPr>
            <a:cxnSpLocks/>
          </p:cNvCxnSpPr>
          <p:nvPr/>
        </p:nvCxnSpPr>
        <p:spPr>
          <a:xfrm>
            <a:off x="7777663" y="2184758"/>
            <a:ext cx="401555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4A1A801-4ABF-2384-D745-27B006034155}"/>
              </a:ext>
            </a:extLst>
          </p:cNvPr>
          <p:cNvSpPr txBox="1"/>
          <p:nvPr/>
        </p:nvSpPr>
        <p:spPr>
          <a:xfrm>
            <a:off x="7777663" y="1844863"/>
            <a:ext cx="4015556" cy="32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To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297C85-5144-4DE9-A409-6B5915C2173E}"/>
              </a:ext>
            </a:extLst>
          </p:cNvPr>
          <p:cNvSpPr txBox="1"/>
          <p:nvPr/>
        </p:nvSpPr>
        <p:spPr>
          <a:xfrm>
            <a:off x="7777663" y="2295369"/>
            <a:ext cx="4015556" cy="28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500" dirty="0"/>
              <a:t>Text</a:t>
            </a:r>
            <a:endParaRPr lang="en-AU" sz="15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AC3DEE-1C53-9EE0-5D9C-16FF73E112A1}"/>
              </a:ext>
            </a:extLst>
          </p:cNvPr>
          <p:cNvSpPr txBox="1"/>
          <p:nvPr/>
        </p:nvSpPr>
        <p:spPr>
          <a:xfrm>
            <a:off x="3091071" y="3671955"/>
            <a:ext cx="4015556" cy="28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500" dirty="0"/>
              <a:t>Text</a:t>
            </a:r>
            <a:endParaRPr lang="en-AU" sz="15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5BDB58-C237-5C81-FD36-5735BF3F2BD0}"/>
              </a:ext>
            </a:extLst>
          </p:cNvPr>
          <p:cNvSpPr txBox="1"/>
          <p:nvPr/>
        </p:nvSpPr>
        <p:spPr>
          <a:xfrm>
            <a:off x="7777663" y="3671955"/>
            <a:ext cx="4015556" cy="28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500" dirty="0"/>
              <a:t>Text</a:t>
            </a:r>
            <a:endParaRPr lang="en-AU" sz="15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D84915-B0A2-49A2-83F7-79F985F8E3E9}"/>
              </a:ext>
            </a:extLst>
          </p:cNvPr>
          <p:cNvSpPr txBox="1"/>
          <p:nvPr/>
        </p:nvSpPr>
        <p:spPr>
          <a:xfrm>
            <a:off x="3091071" y="5048541"/>
            <a:ext cx="4015556" cy="28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500" dirty="0"/>
              <a:t>Text</a:t>
            </a:r>
            <a:endParaRPr lang="en-AU" sz="15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F886A9-EE23-916E-D8B3-310F3C3FCA05}"/>
              </a:ext>
            </a:extLst>
          </p:cNvPr>
          <p:cNvSpPr txBox="1"/>
          <p:nvPr/>
        </p:nvSpPr>
        <p:spPr>
          <a:xfrm>
            <a:off x="7777663" y="5048541"/>
            <a:ext cx="4015556" cy="28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500" dirty="0"/>
              <a:t>Text</a:t>
            </a:r>
            <a:endParaRPr lang="en-AU" sz="1500" b="1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A4C4B6F-862D-DA9F-758B-3A6F77FAE10F}"/>
              </a:ext>
            </a:extLst>
          </p:cNvPr>
          <p:cNvGrpSpPr/>
          <p:nvPr/>
        </p:nvGrpSpPr>
        <p:grpSpPr>
          <a:xfrm>
            <a:off x="7265425" y="2019564"/>
            <a:ext cx="353440" cy="326542"/>
            <a:chOff x="7289562" y="2019564"/>
            <a:chExt cx="353440" cy="326542"/>
          </a:xfrm>
        </p:grpSpPr>
        <p:sp>
          <p:nvSpPr>
            <p:cNvPr id="35" name="Arrow: Chevron 34">
              <a:extLst>
                <a:ext uri="{FF2B5EF4-FFF2-40B4-BE49-F238E27FC236}">
                  <a16:creationId xmlns:a16="http://schemas.microsoft.com/office/drawing/2014/main" id="{0F80D0E5-185F-023E-9C07-2A5F2B523D3F}"/>
                </a:ext>
              </a:extLst>
            </p:cNvPr>
            <p:cNvSpPr/>
            <p:nvPr/>
          </p:nvSpPr>
          <p:spPr>
            <a:xfrm>
              <a:off x="7389780" y="2019564"/>
              <a:ext cx="253222" cy="326542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6" name="Arrow: Chevron 35">
              <a:extLst>
                <a:ext uri="{FF2B5EF4-FFF2-40B4-BE49-F238E27FC236}">
                  <a16:creationId xmlns:a16="http://schemas.microsoft.com/office/drawing/2014/main" id="{11BD069A-90F8-490B-0AAF-BA81FD60ED22}"/>
                </a:ext>
              </a:extLst>
            </p:cNvPr>
            <p:cNvSpPr/>
            <p:nvPr/>
          </p:nvSpPr>
          <p:spPr>
            <a:xfrm>
              <a:off x="7289562" y="2071319"/>
              <a:ext cx="172953" cy="223032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0616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17FD84-BEF5-501F-5A85-6E1E3CB3C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3421A6-ACA8-DBF6-2CFE-24ABD0BEB1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1.1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608447-4071-F9A7-142E-5FACBAFB0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15</a:t>
            </a:fld>
            <a:endParaRPr lang="en-A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21826F-A5C9-2E8B-374F-A6208593D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0E8B33-CD52-FA37-CD0F-E84BE6481CBD}"/>
              </a:ext>
            </a:extLst>
          </p:cNvPr>
          <p:cNvCxnSpPr/>
          <p:nvPr/>
        </p:nvCxnSpPr>
        <p:spPr>
          <a:xfrm>
            <a:off x="838200" y="3725448"/>
            <a:ext cx="10515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B5427B-B774-520F-3E44-A2F0B3E8FABD}"/>
              </a:ext>
            </a:extLst>
          </p:cNvPr>
          <p:cNvCxnSpPr/>
          <p:nvPr/>
        </p:nvCxnSpPr>
        <p:spPr>
          <a:xfrm>
            <a:off x="838200" y="5009152"/>
            <a:ext cx="10515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45A8588-F008-C738-199B-0BDFBB5DC0D2}"/>
              </a:ext>
            </a:extLst>
          </p:cNvPr>
          <p:cNvSpPr txBox="1"/>
          <p:nvPr/>
        </p:nvSpPr>
        <p:spPr>
          <a:xfrm>
            <a:off x="5679804" y="2088784"/>
            <a:ext cx="2832818" cy="197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xxx</a:t>
            </a:r>
            <a:endParaRPr lang="en-AU" sz="1400" b="1" dirty="0">
              <a:solidFill>
                <a:schemeClr val="accent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95308B-0C27-F036-A4CC-D6DCEF5538F2}"/>
              </a:ext>
            </a:extLst>
          </p:cNvPr>
          <p:cNvCxnSpPr>
            <a:cxnSpLocks/>
          </p:cNvCxnSpPr>
          <p:nvPr/>
        </p:nvCxnSpPr>
        <p:spPr>
          <a:xfrm>
            <a:off x="5679804" y="2336105"/>
            <a:ext cx="2832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D3BD99C-F308-DD0C-D292-7C6B722B9485}"/>
              </a:ext>
            </a:extLst>
          </p:cNvPr>
          <p:cNvSpPr txBox="1"/>
          <p:nvPr/>
        </p:nvSpPr>
        <p:spPr>
          <a:xfrm>
            <a:off x="5679804" y="2457126"/>
            <a:ext cx="2832817" cy="28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alibri" panose="020F0502020204030204" pitchFamily="34" charset="0"/>
              <a:buChar char="▪"/>
            </a:pPr>
            <a:r>
              <a:rPr lang="en-AU" sz="1400" dirty="0"/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6EA13B-0312-EC1C-DAE1-11F3A2D08B3A}"/>
              </a:ext>
            </a:extLst>
          </p:cNvPr>
          <p:cNvSpPr txBox="1"/>
          <p:nvPr/>
        </p:nvSpPr>
        <p:spPr>
          <a:xfrm>
            <a:off x="5679804" y="3795302"/>
            <a:ext cx="2832817" cy="28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alibri" panose="020F0502020204030204" pitchFamily="34" charset="0"/>
              <a:buChar char="▪"/>
            </a:pPr>
            <a:r>
              <a:rPr lang="en-AU" sz="1400" dirty="0"/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7E0481-A095-7666-154B-4BC732C9F850}"/>
              </a:ext>
            </a:extLst>
          </p:cNvPr>
          <p:cNvSpPr txBox="1"/>
          <p:nvPr/>
        </p:nvSpPr>
        <p:spPr>
          <a:xfrm>
            <a:off x="5679804" y="5084075"/>
            <a:ext cx="2832817" cy="28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alibri" panose="020F0502020204030204" pitchFamily="34" charset="0"/>
              <a:buChar char="▪"/>
            </a:pPr>
            <a:r>
              <a:rPr lang="en-AU" sz="1400" dirty="0"/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D83023-8E00-429E-BE52-03F4382D5CE3}"/>
              </a:ext>
            </a:extLst>
          </p:cNvPr>
          <p:cNvSpPr txBox="1"/>
          <p:nvPr/>
        </p:nvSpPr>
        <p:spPr>
          <a:xfrm>
            <a:off x="8659193" y="2088784"/>
            <a:ext cx="2694606" cy="197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xxx</a:t>
            </a:r>
            <a:endParaRPr lang="en-AU" sz="1400" b="1" dirty="0">
              <a:solidFill>
                <a:schemeClr val="accent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756554D-DF97-76D9-2B61-1B46D2EFD53F}"/>
              </a:ext>
            </a:extLst>
          </p:cNvPr>
          <p:cNvCxnSpPr>
            <a:cxnSpLocks/>
          </p:cNvCxnSpPr>
          <p:nvPr/>
        </p:nvCxnSpPr>
        <p:spPr>
          <a:xfrm>
            <a:off x="8659193" y="2336105"/>
            <a:ext cx="26946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1B851D4-9B3D-C24F-B95B-DD0AB6901EBA}"/>
              </a:ext>
            </a:extLst>
          </p:cNvPr>
          <p:cNvSpPr txBox="1"/>
          <p:nvPr/>
        </p:nvSpPr>
        <p:spPr>
          <a:xfrm>
            <a:off x="8659193" y="2457126"/>
            <a:ext cx="2694605" cy="28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alibri" panose="020F0502020204030204" pitchFamily="34" charset="0"/>
              <a:buChar char="▪"/>
            </a:pPr>
            <a:r>
              <a:rPr lang="en-AU" sz="1400" dirty="0"/>
              <a:t>…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B8CA46-E596-58C3-0BA8-DC5DEBF2DBC6}"/>
              </a:ext>
            </a:extLst>
          </p:cNvPr>
          <p:cNvSpPr txBox="1"/>
          <p:nvPr/>
        </p:nvSpPr>
        <p:spPr>
          <a:xfrm>
            <a:off x="8659193" y="3795302"/>
            <a:ext cx="2694605" cy="28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alibri" panose="020F0502020204030204" pitchFamily="34" charset="0"/>
              <a:buChar char="▪"/>
            </a:pPr>
            <a:r>
              <a:rPr lang="en-AU" sz="1400" dirty="0"/>
              <a:t>…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1F832E-8AA4-95BA-8AAD-5635FCEACD5A}"/>
              </a:ext>
            </a:extLst>
          </p:cNvPr>
          <p:cNvSpPr txBox="1"/>
          <p:nvPr/>
        </p:nvSpPr>
        <p:spPr>
          <a:xfrm>
            <a:off x="8659193" y="5084075"/>
            <a:ext cx="2694605" cy="28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alibri" panose="020F0502020204030204" pitchFamily="34" charset="0"/>
              <a:buChar char="▪"/>
            </a:pPr>
            <a:r>
              <a:rPr lang="en-AU" sz="1400" dirty="0"/>
              <a:t>…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473D382-70F1-A62C-A97D-3BF27C91A224}"/>
              </a:ext>
            </a:extLst>
          </p:cNvPr>
          <p:cNvGrpSpPr/>
          <p:nvPr/>
        </p:nvGrpSpPr>
        <p:grpSpPr>
          <a:xfrm>
            <a:off x="2166536" y="2088784"/>
            <a:ext cx="3366694" cy="247321"/>
            <a:chOff x="2023392" y="1795537"/>
            <a:chExt cx="2548607" cy="27017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34069D5-4F3F-B368-25D0-6F34C876554F}"/>
                </a:ext>
              </a:extLst>
            </p:cNvPr>
            <p:cNvSpPr txBox="1"/>
            <p:nvPr/>
          </p:nvSpPr>
          <p:spPr>
            <a:xfrm>
              <a:off x="2023392" y="1795537"/>
              <a:ext cx="254860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</a:rPr>
                <a:t>Description</a:t>
              </a:r>
              <a:endParaRPr lang="en-AU" sz="1400" b="1" dirty="0">
                <a:solidFill>
                  <a:schemeClr val="accent1"/>
                </a:solidFill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0CC367A-EC4F-629A-5FEF-7C5496FA3FFD}"/>
                </a:ext>
              </a:extLst>
            </p:cNvPr>
            <p:cNvCxnSpPr>
              <a:cxnSpLocks/>
            </p:cNvCxnSpPr>
            <p:nvPr/>
          </p:nvCxnSpPr>
          <p:spPr>
            <a:xfrm>
              <a:off x="2023392" y="2065713"/>
              <a:ext cx="25486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AEEEE53-C581-4567-95FB-FFA8413D457E}"/>
              </a:ext>
            </a:extLst>
          </p:cNvPr>
          <p:cNvSpPr txBox="1"/>
          <p:nvPr/>
        </p:nvSpPr>
        <p:spPr>
          <a:xfrm>
            <a:off x="2166536" y="2457126"/>
            <a:ext cx="3366693" cy="28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alibri" panose="020F0502020204030204" pitchFamily="34" charset="0"/>
              <a:buChar char="▪"/>
            </a:pPr>
            <a:r>
              <a:rPr lang="en-AU" sz="1400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548F6B-7127-40DA-1773-7E71F1AF7B9F}"/>
              </a:ext>
            </a:extLst>
          </p:cNvPr>
          <p:cNvSpPr txBox="1"/>
          <p:nvPr/>
        </p:nvSpPr>
        <p:spPr>
          <a:xfrm>
            <a:off x="2166536" y="3795302"/>
            <a:ext cx="3366693" cy="28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alibri" panose="020F0502020204030204" pitchFamily="34" charset="0"/>
              <a:buChar char="▪"/>
            </a:pPr>
            <a:r>
              <a:rPr lang="en-AU" sz="1400" dirty="0"/>
              <a:t>…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43D36B-A91C-74D8-285F-6CA282F09192}"/>
              </a:ext>
            </a:extLst>
          </p:cNvPr>
          <p:cNvSpPr txBox="1"/>
          <p:nvPr/>
        </p:nvSpPr>
        <p:spPr>
          <a:xfrm>
            <a:off x="2166536" y="5084075"/>
            <a:ext cx="3366693" cy="28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alibri" panose="020F0502020204030204" pitchFamily="34" charset="0"/>
              <a:buChar char="▪"/>
            </a:pPr>
            <a:r>
              <a:rPr lang="en-AU" sz="1400" dirty="0"/>
              <a:t>…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6E0A793-9E1D-BC1D-E9D8-0641F2634355}"/>
              </a:ext>
            </a:extLst>
          </p:cNvPr>
          <p:cNvSpPr/>
          <p:nvPr/>
        </p:nvSpPr>
        <p:spPr>
          <a:xfrm>
            <a:off x="838201" y="5079005"/>
            <a:ext cx="1199170" cy="11439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pPr>
              <a:spcAft>
                <a:spcPts val="400"/>
              </a:spcAft>
            </a:pPr>
            <a:r>
              <a:rPr lang="en-AU" sz="1400" b="1" dirty="0"/>
              <a:t>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1ACF5E7-C562-84B7-1471-957E20EEF5CF}"/>
              </a:ext>
            </a:extLst>
          </p:cNvPr>
          <p:cNvSpPr/>
          <p:nvPr/>
        </p:nvSpPr>
        <p:spPr>
          <a:xfrm>
            <a:off x="838202" y="2511598"/>
            <a:ext cx="1199170" cy="1143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pPr>
              <a:spcAft>
                <a:spcPts val="400"/>
              </a:spcAft>
            </a:pPr>
            <a:r>
              <a:rPr lang="en-AU" sz="1400" b="1" dirty="0"/>
              <a:t>…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B6FECA-D7B5-938C-EC4E-A4E7AD06CD4A}"/>
              </a:ext>
            </a:extLst>
          </p:cNvPr>
          <p:cNvSpPr/>
          <p:nvPr/>
        </p:nvSpPr>
        <p:spPr>
          <a:xfrm>
            <a:off x="838201" y="3795302"/>
            <a:ext cx="1199170" cy="11439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pPr>
              <a:spcAft>
                <a:spcPts val="400"/>
              </a:spcAft>
            </a:pPr>
            <a:r>
              <a:rPr lang="en-AU" sz="1400" b="1" dirty="0"/>
              <a:t>…</a:t>
            </a:r>
          </a:p>
        </p:txBody>
      </p:sp>
      <p:pic>
        <p:nvPicPr>
          <p:cNvPr id="47" name="Graphic 46" descr="Customer review outline">
            <a:extLst>
              <a:ext uri="{FF2B5EF4-FFF2-40B4-BE49-F238E27FC236}">
                <a16:creationId xmlns:a16="http://schemas.microsoft.com/office/drawing/2014/main" id="{DAAF5EFF-B85F-95FB-A2E7-A95964352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8772" y="5542199"/>
            <a:ext cx="585356" cy="631465"/>
          </a:xfrm>
          <a:prstGeom prst="rect">
            <a:avLst/>
          </a:prstGeom>
        </p:spPr>
      </p:pic>
      <p:pic>
        <p:nvPicPr>
          <p:cNvPr id="48" name="Graphic 47" descr="Bar graph with upward trend outline">
            <a:extLst>
              <a:ext uri="{FF2B5EF4-FFF2-40B4-BE49-F238E27FC236}">
                <a16:creationId xmlns:a16="http://schemas.microsoft.com/office/drawing/2014/main" id="{AA5CED64-8355-E8DF-F769-52274C7E5B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6185" y="2976963"/>
            <a:ext cx="627944" cy="632729"/>
          </a:xfrm>
          <a:prstGeom prst="rect">
            <a:avLst/>
          </a:prstGeom>
        </p:spPr>
      </p:pic>
      <p:pic>
        <p:nvPicPr>
          <p:cNvPr id="49" name="Graphic 48" descr="Group success outline">
            <a:extLst>
              <a:ext uri="{FF2B5EF4-FFF2-40B4-BE49-F238E27FC236}">
                <a16:creationId xmlns:a16="http://schemas.microsoft.com/office/drawing/2014/main" id="{0C07C9F7-8C7F-4197-B1B1-40BB82EAE7E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4820"/>
          <a:stretch/>
        </p:blipFill>
        <p:spPr>
          <a:xfrm>
            <a:off x="1494882" y="4389725"/>
            <a:ext cx="499246" cy="60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12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17FD84-BEF5-501F-5A85-6E1E3CB3C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3421A6-ACA8-DBF6-2CFE-24ABD0BEB1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1.1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608447-4071-F9A7-142E-5FACBAFB0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  </a:t>
            </a:r>
            <a:r>
              <a:rPr lang="en-AU" altLang="en-US" dirty="0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   |    </a:t>
            </a:r>
            <a:fld id="{258E90BC-2E01-4359-AED7-5849BC58C23B}" type="slidenum">
              <a:rPr lang="en-AU" smtClean="0"/>
              <a:pPr/>
              <a:t>16</a:t>
            </a:fld>
            <a:endParaRPr lang="en-A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21826F-A5C9-2E8B-374F-A6208593D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A3D0D06-ECCA-A3B4-8104-093A2E9C8EC6}"/>
              </a:ext>
            </a:extLst>
          </p:cNvPr>
          <p:cNvGrpSpPr/>
          <p:nvPr/>
        </p:nvGrpSpPr>
        <p:grpSpPr>
          <a:xfrm>
            <a:off x="838201" y="2088783"/>
            <a:ext cx="10515600" cy="4235549"/>
            <a:chOff x="363994" y="1282619"/>
            <a:chExt cx="11429225" cy="525169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4A14862-74A1-AD56-E92F-B2CE35CCA705}"/>
                </a:ext>
              </a:extLst>
            </p:cNvPr>
            <p:cNvCxnSpPr/>
            <p:nvPr/>
          </p:nvCxnSpPr>
          <p:spPr>
            <a:xfrm>
              <a:off x="4795658" y="3090375"/>
              <a:ext cx="699756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71CF1B1-B347-5EEB-0B8C-B0B9529FC43A}"/>
                </a:ext>
              </a:extLst>
            </p:cNvPr>
            <p:cNvCxnSpPr/>
            <p:nvPr/>
          </p:nvCxnSpPr>
          <p:spPr>
            <a:xfrm>
              <a:off x="4795658" y="4604399"/>
              <a:ext cx="699756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Arrow: Pentagon 4">
              <a:extLst>
                <a:ext uri="{FF2B5EF4-FFF2-40B4-BE49-F238E27FC236}">
                  <a16:creationId xmlns:a16="http://schemas.microsoft.com/office/drawing/2014/main" id="{4FC92236-A848-3F87-2DEB-3C6DAD64FADE}"/>
                </a:ext>
              </a:extLst>
            </p:cNvPr>
            <p:cNvSpPr/>
            <p:nvPr/>
          </p:nvSpPr>
          <p:spPr>
            <a:xfrm rot="5400000">
              <a:off x="3328255" y="1985425"/>
              <a:ext cx="1728804" cy="1090434"/>
            </a:xfrm>
            <a:prstGeom prst="homePlate">
              <a:avLst>
                <a:gd name="adj" fmla="val 2940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AU" sz="16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BF4068-BED3-B341-2497-DB5E294DA7CA}"/>
                </a:ext>
              </a:extLst>
            </p:cNvPr>
            <p:cNvSpPr txBox="1"/>
            <p:nvPr/>
          </p:nvSpPr>
          <p:spPr>
            <a:xfrm>
              <a:off x="3926463" y="1903184"/>
              <a:ext cx="5323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600" b="1" dirty="0">
                  <a:solidFill>
                    <a:schemeClr val="bg1"/>
                  </a:solidFill>
                </a:rPr>
                <a:t>Text</a:t>
              </a:r>
            </a:p>
          </p:txBody>
        </p:sp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D3DC50B9-1BD3-4A15-5843-9BBA2C477939}"/>
                </a:ext>
              </a:extLst>
            </p:cNvPr>
            <p:cNvSpPr/>
            <p:nvPr/>
          </p:nvSpPr>
          <p:spPr>
            <a:xfrm rot="5400000">
              <a:off x="3310656" y="3494694"/>
              <a:ext cx="1764000" cy="1090434"/>
            </a:xfrm>
            <a:prstGeom prst="chevron">
              <a:avLst>
                <a:gd name="adj" fmla="val 2755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AU" sz="16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A7768F-6753-BFF8-65B7-C8FD75C83D72}"/>
                </a:ext>
              </a:extLst>
            </p:cNvPr>
            <p:cNvSpPr txBox="1"/>
            <p:nvPr/>
          </p:nvSpPr>
          <p:spPr>
            <a:xfrm>
              <a:off x="3926462" y="3626544"/>
              <a:ext cx="5323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600" b="1" dirty="0">
                  <a:solidFill>
                    <a:schemeClr val="bg1"/>
                  </a:solidFill>
                </a:rPr>
                <a:t>Text</a:t>
              </a:r>
            </a:p>
          </p:txBody>
        </p:sp>
        <p:sp>
          <p:nvSpPr>
            <p:cNvPr id="18" name="Arrow: Chevron 17">
              <a:extLst>
                <a:ext uri="{FF2B5EF4-FFF2-40B4-BE49-F238E27FC236}">
                  <a16:creationId xmlns:a16="http://schemas.microsoft.com/office/drawing/2014/main" id="{C2FC5878-EEA9-0044-57DA-750F67BD8924}"/>
                </a:ext>
              </a:extLst>
            </p:cNvPr>
            <p:cNvSpPr/>
            <p:nvPr/>
          </p:nvSpPr>
          <p:spPr>
            <a:xfrm rot="5400000">
              <a:off x="3310656" y="5021560"/>
              <a:ext cx="1764000" cy="1090434"/>
            </a:xfrm>
            <a:prstGeom prst="chevron">
              <a:avLst>
                <a:gd name="adj" fmla="val 2755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AU" sz="16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DE2D754-1BC4-0676-810B-1779DBADBFF9}"/>
                </a:ext>
              </a:extLst>
            </p:cNvPr>
            <p:cNvSpPr txBox="1"/>
            <p:nvPr/>
          </p:nvSpPr>
          <p:spPr>
            <a:xfrm>
              <a:off x="3926461" y="5153411"/>
              <a:ext cx="5323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600" b="1" dirty="0">
                  <a:solidFill>
                    <a:schemeClr val="bg1"/>
                  </a:solidFill>
                </a:rPr>
                <a:t>Text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0E7052-54A9-998D-2C3C-AFF83786E8D3}"/>
                </a:ext>
              </a:extLst>
            </p:cNvPr>
            <p:cNvCxnSpPr/>
            <p:nvPr/>
          </p:nvCxnSpPr>
          <p:spPr>
            <a:xfrm>
              <a:off x="4795658" y="1567020"/>
              <a:ext cx="699756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14A095-6534-326E-CED7-A561FBDD69B9}"/>
                </a:ext>
              </a:extLst>
            </p:cNvPr>
            <p:cNvSpPr txBox="1"/>
            <p:nvPr/>
          </p:nvSpPr>
          <p:spPr>
            <a:xfrm>
              <a:off x="9653260" y="1282620"/>
              <a:ext cx="2139959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accent1"/>
                  </a:solidFill>
                </a:rPr>
                <a:t>Title</a:t>
              </a:r>
              <a:endParaRPr lang="en-AU" sz="1600" b="1" dirty="0">
                <a:solidFill>
                  <a:schemeClr val="accent1"/>
                </a:solidFill>
              </a:endParaRPr>
            </a:p>
          </p:txBody>
        </p:sp>
        <p:pic>
          <p:nvPicPr>
            <p:cNvPr id="25" name="Graphic 24" descr="List outline">
              <a:extLst>
                <a:ext uri="{FF2B5EF4-FFF2-40B4-BE49-F238E27FC236}">
                  <a16:creationId xmlns:a16="http://schemas.microsoft.com/office/drawing/2014/main" id="{29AEB4CD-3D8E-B875-0932-528E7ACE9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22657" y="5491965"/>
              <a:ext cx="540000" cy="540000"/>
            </a:xfrm>
            <a:prstGeom prst="rect">
              <a:avLst/>
            </a:prstGeom>
          </p:spPr>
        </p:pic>
        <p:pic>
          <p:nvPicPr>
            <p:cNvPr id="26" name="Graphic 25" descr="Workflow outline">
              <a:extLst>
                <a:ext uri="{FF2B5EF4-FFF2-40B4-BE49-F238E27FC236}">
                  <a16:creationId xmlns:a16="http://schemas.microsoft.com/office/drawing/2014/main" id="{C2BF668F-79E7-491F-C6E6-EC438047A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22656" y="3925692"/>
              <a:ext cx="540000" cy="540000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924F64A-5CCA-BB68-1F66-B8F55324B14D}"/>
                </a:ext>
              </a:extLst>
            </p:cNvPr>
            <p:cNvGrpSpPr/>
            <p:nvPr/>
          </p:nvGrpSpPr>
          <p:grpSpPr>
            <a:xfrm>
              <a:off x="3922657" y="2305356"/>
              <a:ext cx="540000" cy="540000"/>
              <a:chOff x="3922656" y="2386410"/>
              <a:chExt cx="540000" cy="540000"/>
            </a:xfrm>
          </p:grpSpPr>
          <p:pic>
            <p:nvPicPr>
              <p:cNvPr id="28" name="Graphic 27" descr="Document outline">
                <a:extLst>
                  <a:ext uri="{FF2B5EF4-FFF2-40B4-BE49-F238E27FC236}">
                    <a16:creationId xmlns:a16="http://schemas.microsoft.com/office/drawing/2014/main" id="{620E3714-8879-C44B-8D94-D89E615967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922656" y="2386410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9" name="Graphic 28" descr="Compass with solid fill">
                <a:extLst>
                  <a:ext uri="{FF2B5EF4-FFF2-40B4-BE49-F238E27FC236}">
                    <a16:creationId xmlns:a16="http://schemas.microsoft.com/office/drawing/2014/main" id="{B8BAAA9C-0CC8-7713-A2D4-84E34D1945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064934" y="2446176"/>
                <a:ext cx="127722" cy="127722"/>
              </a:xfrm>
              <a:prstGeom prst="rect">
                <a:avLst/>
              </a:prstGeom>
            </p:spPr>
          </p:pic>
        </p:grpSp>
        <p:sp>
          <p:nvSpPr>
            <p:cNvPr id="30" name="Subtitle 69">
              <a:extLst>
                <a:ext uri="{FF2B5EF4-FFF2-40B4-BE49-F238E27FC236}">
                  <a16:creationId xmlns:a16="http://schemas.microsoft.com/office/drawing/2014/main" id="{3E7368CD-262C-ECBC-4FCA-5C253BB5EF26}"/>
                </a:ext>
              </a:extLst>
            </p:cNvPr>
            <p:cNvSpPr txBox="1">
              <a:spLocks/>
            </p:cNvSpPr>
            <p:nvPr/>
          </p:nvSpPr>
          <p:spPr>
            <a:xfrm>
              <a:off x="363994" y="1671924"/>
              <a:ext cx="2740660" cy="153888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lang="en-US" sz="1800" b="0" kern="1200" dirty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28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25000"/>
                <a:buFont typeface="Calibri" panose="020F0502020204030204" pitchFamily="34" charset="0"/>
                <a:buChar char="▪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42913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72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20000"/>
                <a:buFont typeface="Calibri" panose="020F0502020204030204" pitchFamily="34" charset="0"/>
                <a:buChar char="▫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89013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AU" sz="1600" b="1" dirty="0"/>
                <a:t>Title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AU" sz="1600" dirty="0"/>
                <a:t>Text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AU" sz="1600" dirty="0"/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AU" sz="1600" b="1" dirty="0"/>
                <a:t>Title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AU" sz="1600" dirty="0"/>
                <a:t>Text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B7A2E79-DC5D-BA31-A1FF-42919CBCEFF9}"/>
                </a:ext>
              </a:extLst>
            </p:cNvPr>
            <p:cNvCxnSpPr>
              <a:cxnSpLocks/>
            </p:cNvCxnSpPr>
            <p:nvPr/>
          </p:nvCxnSpPr>
          <p:spPr>
            <a:xfrm>
              <a:off x="3358355" y="1666240"/>
              <a:ext cx="0" cy="48680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Arrow: Chevron 34">
              <a:extLst>
                <a:ext uri="{FF2B5EF4-FFF2-40B4-BE49-F238E27FC236}">
                  <a16:creationId xmlns:a16="http://schemas.microsoft.com/office/drawing/2014/main" id="{5D29789C-B463-A40C-8DEC-FA8EDA2DD044}"/>
                </a:ext>
              </a:extLst>
            </p:cNvPr>
            <p:cNvSpPr/>
            <p:nvPr/>
          </p:nvSpPr>
          <p:spPr>
            <a:xfrm>
              <a:off x="3246596" y="3941520"/>
              <a:ext cx="223519" cy="317512"/>
            </a:xfrm>
            <a:prstGeom prst="chevron">
              <a:avLst>
                <a:gd name="adj" fmla="val 4659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AU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7B052DF-A031-AFD4-1965-C7A266B44A53}"/>
                </a:ext>
              </a:extLst>
            </p:cNvPr>
            <p:cNvSpPr txBox="1"/>
            <p:nvPr/>
          </p:nvSpPr>
          <p:spPr>
            <a:xfrm>
              <a:off x="4836298" y="1282619"/>
              <a:ext cx="432802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accent1"/>
                  </a:solidFill>
                </a:rPr>
                <a:t>Title</a:t>
              </a:r>
              <a:endParaRPr lang="en-AU" sz="1600" b="1" dirty="0">
                <a:solidFill>
                  <a:schemeClr val="accent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0E4863-B10C-F484-9D55-598883376167}"/>
                </a:ext>
              </a:extLst>
            </p:cNvPr>
            <p:cNvSpPr txBox="1"/>
            <p:nvPr/>
          </p:nvSpPr>
          <p:spPr>
            <a:xfrm>
              <a:off x="4912765" y="1666240"/>
              <a:ext cx="446527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spcAft>
                  <a:spcPts val="400"/>
                </a:spcAft>
                <a:buSzPct val="120000"/>
                <a:buFont typeface="Calibri" panose="020F0502020204030204" pitchFamily="34" charset="0"/>
                <a:buChar char="▪"/>
              </a:pPr>
              <a:r>
                <a:rPr lang="en-US" sz="1600" dirty="0"/>
                <a:t>Text</a:t>
              </a:r>
              <a:endParaRPr lang="en-AU" sz="1600" i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2C8774F-841A-356A-F173-31FEC1331998}"/>
                </a:ext>
              </a:extLst>
            </p:cNvPr>
            <p:cNvSpPr txBox="1"/>
            <p:nvPr/>
          </p:nvSpPr>
          <p:spPr>
            <a:xfrm>
              <a:off x="4912765" y="3180263"/>
              <a:ext cx="446527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spcAft>
                  <a:spcPts val="400"/>
                </a:spcAft>
                <a:buSzPct val="120000"/>
                <a:buFont typeface="Calibri" panose="020F0502020204030204" pitchFamily="34" charset="0"/>
                <a:buChar char="▪"/>
              </a:pPr>
              <a:r>
                <a:rPr lang="en-US" sz="1600" dirty="0"/>
                <a:t>Text</a:t>
              </a:r>
              <a:endParaRPr lang="en-AU" sz="1600" i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51B4264-8765-C3DB-641F-FA055C7C597C}"/>
                </a:ext>
              </a:extLst>
            </p:cNvPr>
            <p:cNvSpPr txBox="1"/>
            <p:nvPr/>
          </p:nvSpPr>
          <p:spPr>
            <a:xfrm>
              <a:off x="4912765" y="4694286"/>
              <a:ext cx="446527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spcAft>
                  <a:spcPts val="400"/>
                </a:spcAft>
                <a:buSzPct val="120000"/>
                <a:buFont typeface="Calibri" panose="020F0502020204030204" pitchFamily="34" charset="0"/>
                <a:buChar char="▪"/>
              </a:pPr>
              <a:r>
                <a:rPr lang="en-US" sz="1600" dirty="0"/>
                <a:t>Text</a:t>
              </a:r>
              <a:endParaRPr lang="en-AU" sz="1600" i="1" dirty="0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C72FB85-51B3-2270-DF9E-34A405E2CE68}"/>
                </a:ext>
              </a:extLst>
            </p:cNvPr>
            <p:cNvCxnSpPr>
              <a:cxnSpLocks/>
            </p:cNvCxnSpPr>
            <p:nvPr/>
          </p:nvCxnSpPr>
          <p:spPr>
            <a:xfrm>
              <a:off x="363994" y="1567020"/>
              <a:ext cx="26801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52C9A1E-5148-31B8-9D30-17CDBD3E44F9}"/>
                </a:ext>
              </a:extLst>
            </p:cNvPr>
            <p:cNvSpPr txBox="1"/>
            <p:nvPr/>
          </p:nvSpPr>
          <p:spPr>
            <a:xfrm>
              <a:off x="363994" y="1282619"/>
              <a:ext cx="268014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accent1"/>
                  </a:solidFill>
                </a:rPr>
                <a:t>Title</a:t>
              </a:r>
              <a:endParaRPr lang="en-AU" sz="1600" b="1" dirty="0">
                <a:solidFill>
                  <a:schemeClr val="accent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3CEF51C-9D43-4C05-2423-868935111701}"/>
                </a:ext>
              </a:extLst>
            </p:cNvPr>
            <p:cNvSpPr/>
            <p:nvPr/>
          </p:nvSpPr>
          <p:spPr>
            <a:xfrm>
              <a:off x="9648043" y="4712948"/>
              <a:ext cx="2006356" cy="124596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AU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7966124-1C59-9453-B0AC-E45B24C51192}"/>
                </a:ext>
              </a:extLst>
            </p:cNvPr>
            <p:cNvSpPr/>
            <p:nvPr/>
          </p:nvSpPr>
          <p:spPr>
            <a:xfrm>
              <a:off x="9648043" y="3198924"/>
              <a:ext cx="2006356" cy="124596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AU" dirty="0">
                <a:solidFill>
                  <a:schemeClr val="bg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F021660-E217-7544-CB63-2CFD84259953}"/>
                </a:ext>
              </a:extLst>
            </p:cNvPr>
            <p:cNvSpPr/>
            <p:nvPr/>
          </p:nvSpPr>
          <p:spPr>
            <a:xfrm>
              <a:off x="9648043" y="1705717"/>
              <a:ext cx="2006356" cy="124596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AU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6454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Case Study</a:t>
            </a:r>
          </a:p>
        </p:txBody>
      </p:sp>
      <p:sp>
        <p:nvSpPr>
          <p:cNvPr id="9" name="Section Number"/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2.1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[Client Name]: [Project Title]</a:t>
            </a:r>
          </a:p>
        </p:txBody>
      </p:sp>
      <p:sp>
        <p:nvSpPr>
          <p:cNvPr id="10" name="Left Header"/>
          <p:cNvSpPr/>
          <p:nvPr/>
        </p:nvSpPr>
        <p:spPr>
          <a:xfrm>
            <a:off x="838200" y="1960000"/>
            <a:ext cx="5257800" cy="36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800" b="1" dirty="0">
                <a:solidFill>
                  <a:srgbClr val="FFFFFF"/>
                </a:solidFill>
                <a:latin typeface="Instrument Sans SemiBold"/>
              </a:rPr>
              <a:t>The Challenge</a:t>
            </a:r>
          </a:p>
        </p:txBody>
      </p:sp>
      <p:sp>
        <p:nvSpPr>
          <p:cNvPr id="11" name="Left Body"/>
          <p:cNvSpPr/>
          <p:nvPr/>
        </p:nvSpPr>
        <p:spPr>
          <a:xfrm>
            <a:off x="838200" y="2320000"/>
            <a:ext cx="5257800" cy="32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r>
              <a:rPr lang="en-AU" sz="1500" dirty="0">
                <a:solidFill>
                  <a:srgbClr val="231F20"/>
                </a:solidFill>
                <a:latin typeface="Instrument Sans SemiBold"/>
              </a:rPr>
              <a:t>Describe the challenge or problem statement here.</a:t>
            </a:r>
          </a:p>
          <a:p>
            <a:endParaRPr lang="en-AU" sz="1500" dirty="0">
              <a:solidFill>
                <a:srgbClr val="231F20"/>
              </a:solidFill>
              <a:latin typeface="Instrument Sans SemiBold"/>
            </a:endParaRPr>
          </a:p>
          <a:p>
            <a:r>
              <a:rPr lang="en-AU" sz="1500" b="1" dirty="0">
                <a:solidFill>
                  <a:srgbClr val="195B44"/>
                </a:solidFill>
                <a:latin typeface="Instrument Sans SemiBold"/>
              </a:rPr>
              <a:t>Our Approach</a:t>
            </a:r>
          </a:p>
          <a:p>
            <a:endParaRPr lang="en-AU" sz="1500" b="1" dirty="0">
              <a:solidFill>
                <a:srgbClr val="195B44"/>
              </a:solidFill>
              <a:latin typeface="Instrument Sans SemiBold"/>
            </a:endParaRPr>
          </a:p>
          <a:p>
            <a:r>
              <a:rPr lang="en-AU" sz="1500" dirty="0">
                <a:solidFill>
                  <a:srgbClr val="231F20"/>
                </a:solidFill>
                <a:latin typeface="Instrument Sans SemiBold"/>
              </a:rPr>
              <a:t>Describe the approach and methodology used.</a:t>
            </a:r>
          </a:p>
        </p:txBody>
      </p:sp>
      <p:sp>
        <p:nvSpPr>
          <p:cNvPr id="12" name="Right Header"/>
          <p:cNvSpPr/>
          <p:nvPr/>
        </p:nvSpPr>
        <p:spPr>
          <a:xfrm>
            <a:off x="6515100" y="1960000"/>
            <a:ext cx="5257800" cy="360000"/>
          </a:xfrm>
          <a:prstGeom prst="rect">
            <a:avLst/>
          </a:prstGeom>
          <a:solidFill>
            <a:srgbClr val="F47E4D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800" b="1" dirty="0">
                <a:solidFill>
                  <a:srgbClr val="FFFFFF"/>
                </a:solidFill>
                <a:latin typeface="Instrument Sans SemiBold"/>
              </a:rPr>
              <a:t>Outcomes &amp; Benefits</a:t>
            </a:r>
          </a:p>
        </p:txBody>
      </p:sp>
      <p:sp>
        <p:nvSpPr>
          <p:cNvPr id="13" name="Right Body"/>
          <p:cNvSpPr/>
          <p:nvPr/>
        </p:nvSpPr>
        <p:spPr>
          <a:xfrm>
            <a:off x="6515100" y="2320000"/>
            <a:ext cx="5257800" cy="32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r>
              <a:rPr lang="en-AU" sz="1500" dirty="0">
                <a:solidFill>
                  <a:srgbClr val="231F20"/>
                </a:solidFill>
                <a:latin typeface="Instrument Sans SemiBold"/>
              </a:rPr>
              <a:t>Describe measurable outcomes here.</a:t>
            </a:r>
          </a:p>
          <a:p>
            <a:endParaRPr lang="en-AU" sz="1500" dirty="0">
              <a:solidFill>
                <a:srgbClr val="231F20"/>
              </a:solidFill>
              <a:latin typeface="Instrument Sans SemiBold"/>
            </a:endParaRPr>
          </a:p>
          <a:p>
            <a:r>
              <a:rPr lang="en-AU" sz="1500" b="1" dirty="0">
                <a:solidFill>
                  <a:srgbClr val="F47E4D"/>
                </a:solidFill>
                <a:latin typeface="Instrument Sans SemiBold"/>
              </a:rPr>
              <a:t>Key results:</a:t>
            </a:r>
          </a:p>
          <a:p>
            <a:endParaRPr lang="en-AU" sz="1500" b="1" dirty="0">
              <a:solidFill>
                <a:srgbClr val="F47E4D"/>
              </a:solidFill>
              <a:latin typeface="Instrument Sans SemiBold"/>
            </a:endParaRPr>
          </a:p>
          <a:p>
            <a:r>
              <a:rPr lang="en-AU" sz="1500" dirty="0">
                <a:solidFill>
                  <a:srgbClr val="231F20"/>
                </a:solidFill>
                <a:latin typeface="Instrument Sans SemiBold"/>
              </a:rPr>
              <a:t>List specific benefits and metrics.</a:t>
            </a:r>
          </a:p>
        </p:txBody>
      </p:sp>
      <p:sp>
        <p:nvSpPr>
          <p:cNvPr id="2" name="Slide Number"/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Presentation Title Goes Here    |   Mmm YYYY    |    </a:t>
            </a:r>
            <a:fld id="{258E90BC-2E01-4359-AED7-5849BC58C23B}" type="slidenum">
              <a:rPr lang="en-AU" smtClean="0"/>
              <a:pPr/>
              <a:t>17</a:t>
            </a:fld>
            <a:endParaRPr lang="en-A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Client Testimonial</a:t>
            </a:r>
          </a:p>
        </p:txBody>
      </p:sp>
      <p:sp>
        <p:nvSpPr>
          <p:cNvPr id="9" name="Section Number"/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2.2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[Client Name]</a:t>
            </a:r>
          </a:p>
        </p:txBody>
      </p:sp>
      <p:sp>
        <p:nvSpPr>
          <p:cNvPr id="10" name="Quote Mark"/>
          <p:cNvSpPr txBox="1"/>
          <p:nvPr/>
        </p:nvSpPr>
        <p:spPr>
          <a:xfrm>
            <a:off x="838200" y="2100000"/>
            <a:ext cx="12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8000" b="1" dirty="0">
                <a:solidFill>
                  <a:srgbClr val="38B34A"/>
                </a:solidFill>
                <a:latin typeface="Instrument Sans SemiBold"/>
              </a:rPr>
              <a:t>“</a:t>
            </a:r>
          </a:p>
        </p:txBody>
      </p:sp>
      <p:sp>
        <p:nvSpPr>
          <p:cNvPr id="11" name="Quote Body"/>
          <p:cNvSpPr/>
          <p:nvPr/>
        </p:nvSpPr>
        <p:spPr>
          <a:xfrm>
            <a:off x="1800000" y="2200000"/>
            <a:ext cx="8800000" cy="18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2000" dirty="0">
                <a:solidFill>
                  <a:srgbClr val="231F20"/>
                </a:solidFill>
                <a:latin typeface="Instrument Sans SemiBold"/>
              </a:rPr>
              <a:t>Insert testimonial quote here. This should be a direct quote from the client that speaks to the value delivered by MXA.</a:t>
            </a:r>
          </a:p>
        </p:txBody>
      </p:sp>
      <p:sp>
        <p:nvSpPr>
          <p:cNvPr id="12" name="Attribution"/>
          <p:cNvSpPr txBox="1"/>
          <p:nvPr/>
        </p:nvSpPr>
        <p:spPr>
          <a:xfrm>
            <a:off x="1800000" y="4200000"/>
            <a:ext cx="8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600" i="1" dirty="0">
                <a:solidFill>
                  <a:srgbClr val="969696"/>
                </a:solidFill>
                <a:latin typeface="Instrument Sans SemiBold"/>
              </a:rPr>
              <a:t>- [Name], [Title], [Company]</a:t>
            </a:r>
          </a:p>
        </p:txBody>
      </p:sp>
      <p:sp>
        <p:nvSpPr>
          <p:cNvPr id="13" name="Accent Bar"/>
          <p:cNvSpPr/>
          <p:nvPr/>
        </p:nvSpPr>
        <p:spPr>
          <a:xfrm>
            <a:off x="838200" y="5000000"/>
            <a:ext cx="10515600" cy="50000"/>
          </a:xfrm>
          <a:prstGeom prst="rect">
            <a:avLst/>
          </a:prstGeom>
          <a:solidFill>
            <a:srgbClr val="38B34A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endParaRPr/>
          </a:p>
        </p:txBody>
      </p:sp>
      <p:sp>
        <p:nvSpPr>
          <p:cNvPr id="2" name="Slide Number"/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Presentation Title Goes Here    |   Mmm YYYY    |    </a:t>
            </a:r>
            <a:fld id="{258E90BC-2E01-4359-AED7-5849BC58C23B}" type="slidenum">
              <a:rPr lang="en-AU" smtClean="0"/>
              <a:pPr/>
              <a:t>18</a:t>
            </a:fld>
            <a:endParaRPr lang="en-A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Our Team</a:t>
            </a:r>
          </a:p>
        </p:txBody>
      </p:sp>
      <p:sp>
        <p:nvSpPr>
          <p:cNvPr id="9" name="Section Number"/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2.3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The team assembled for this engagement</a:t>
            </a:r>
          </a:p>
        </p:txBody>
      </p:sp>
      <p:sp>
        <p:nvSpPr>
          <p:cNvPr id="10" name="Head 10"/>
          <p:cNvSpPr/>
          <p:nvPr/>
        </p:nvSpPr>
        <p:spPr>
          <a:xfrm>
            <a:off x="1595000" y="2100000"/>
            <a:ext cx="210000" cy="210000"/>
          </a:xfrm>
          <a:prstGeom prst="ellipse">
            <a:avLst/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11" name="Body 10"/>
          <p:cNvSpPr/>
          <p:nvPr/>
        </p:nvSpPr>
        <p:spPr>
          <a:xfrm>
            <a:off x="1490000" y="2340000"/>
            <a:ext cx="420000" cy="330000"/>
          </a:xfrm>
          <a:prstGeom prst="roundRect">
            <a:avLst>
              <a:gd name="adj" fmla="val 30000"/>
            </a:avLst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12" name="Name 0_0"/>
          <p:cNvSpPr txBox="1"/>
          <p:nvPr/>
        </p:nvSpPr>
        <p:spPr>
          <a:xfrm>
            <a:off x="1000000" y="275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400" b="1" dirty="0">
                <a:solidFill>
                  <a:srgbClr val="231F20"/>
                </a:solidFill>
                <a:latin typeface="Instrument Sans SemiBold"/>
              </a:rPr>
              <a:t>[Name]</a:t>
            </a:r>
          </a:p>
        </p:txBody>
      </p:sp>
      <p:sp>
        <p:nvSpPr>
          <p:cNvPr id="13" name="Role 0_0"/>
          <p:cNvSpPr txBox="1"/>
          <p:nvPr/>
        </p:nvSpPr>
        <p:spPr>
          <a:xfrm>
            <a:off x="1000000" y="302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[Role / Title]</a:t>
            </a:r>
          </a:p>
        </p:txBody>
      </p:sp>
      <p:sp>
        <p:nvSpPr>
          <p:cNvPr id="14" name="Head 14"/>
          <p:cNvSpPr/>
          <p:nvPr/>
        </p:nvSpPr>
        <p:spPr>
          <a:xfrm>
            <a:off x="5095000" y="2100000"/>
            <a:ext cx="210000" cy="210000"/>
          </a:xfrm>
          <a:prstGeom prst="ellipse">
            <a:avLst/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15" name="Body 14"/>
          <p:cNvSpPr/>
          <p:nvPr/>
        </p:nvSpPr>
        <p:spPr>
          <a:xfrm>
            <a:off x="4990000" y="2340000"/>
            <a:ext cx="420000" cy="330000"/>
          </a:xfrm>
          <a:prstGeom prst="roundRect">
            <a:avLst>
              <a:gd name="adj" fmla="val 30000"/>
            </a:avLst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16" name="Name 0_1"/>
          <p:cNvSpPr txBox="1"/>
          <p:nvPr/>
        </p:nvSpPr>
        <p:spPr>
          <a:xfrm>
            <a:off x="4500000" y="275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400" b="1" dirty="0">
                <a:solidFill>
                  <a:srgbClr val="231F20"/>
                </a:solidFill>
                <a:latin typeface="Instrument Sans SemiBold"/>
              </a:rPr>
              <a:t>[Name]</a:t>
            </a:r>
          </a:p>
        </p:txBody>
      </p:sp>
      <p:sp>
        <p:nvSpPr>
          <p:cNvPr id="17" name="Role 0_1"/>
          <p:cNvSpPr txBox="1"/>
          <p:nvPr/>
        </p:nvSpPr>
        <p:spPr>
          <a:xfrm>
            <a:off x="4500000" y="302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[Role / Title]</a:t>
            </a:r>
          </a:p>
        </p:txBody>
      </p:sp>
      <p:sp>
        <p:nvSpPr>
          <p:cNvPr id="18" name="Head 18"/>
          <p:cNvSpPr/>
          <p:nvPr/>
        </p:nvSpPr>
        <p:spPr>
          <a:xfrm>
            <a:off x="8595000" y="2100000"/>
            <a:ext cx="210000" cy="210000"/>
          </a:xfrm>
          <a:prstGeom prst="ellipse">
            <a:avLst/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19" name="Body 18"/>
          <p:cNvSpPr/>
          <p:nvPr/>
        </p:nvSpPr>
        <p:spPr>
          <a:xfrm>
            <a:off x="8490000" y="2340000"/>
            <a:ext cx="420000" cy="330000"/>
          </a:xfrm>
          <a:prstGeom prst="roundRect">
            <a:avLst>
              <a:gd name="adj" fmla="val 30000"/>
            </a:avLst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20" name="Name 0_2"/>
          <p:cNvSpPr txBox="1"/>
          <p:nvPr/>
        </p:nvSpPr>
        <p:spPr>
          <a:xfrm>
            <a:off x="8000000" y="275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400" b="1" dirty="0">
                <a:solidFill>
                  <a:srgbClr val="231F20"/>
                </a:solidFill>
                <a:latin typeface="Instrument Sans SemiBold"/>
              </a:rPr>
              <a:t>[Name]</a:t>
            </a:r>
          </a:p>
        </p:txBody>
      </p:sp>
      <p:sp>
        <p:nvSpPr>
          <p:cNvPr id="21" name="Role 0_2"/>
          <p:cNvSpPr txBox="1"/>
          <p:nvPr/>
        </p:nvSpPr>
        <p:spPr>
          <a:xfrm>
            <a:off x="8000000" y="302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[Role / Title]</a:t>
            </a:r>
          </a:p>
        </p:txBody>
      </p:sp>
      <p:sp>
        <p:nvSpPr>
          <p:cNvPr id="22" name="Head 22"/>
          <p:cNvSpPr/>
          <p:nvPr/>
        </p:nvSpPr>
        <p:spPr>
          <a:xfrm>
            <a:off x="1595000" y="4100000"/>
            <a:ext cx="210000" cy="210000"/>
          </a:xfrm>
          <a:prstGeom prst="ellipse">
            <a:avLst/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23" name="Body 22"/>
          <p:cNvSpPr/>
          <p:nvPr/>
        </p:nvSpPr>
        <p:spPr>
          <a:xfrm>
            <a:off x="1490000" y="4340000"/>
            <a:ext cx="420000" cy="330000"/>
          </a:xfrm>
          <a:prstGeom prst="roundRect">
            <a:avLst>
              <a:gd name="adj" fmla="val 30000"/>
            </a:avLst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24" name="Name 1_0"/>
          <p:cNvSpPr txBox="1"/>
          <p:nvPr/>
        </p:nvSpPr>
        <p:spPr>
          <a:xfrm>
            <a:off x="1000000" y="475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400" b="1" dirty="0">
                <a:solidFill>
                  <a:srgbClr val="231F20"/>
                </a:solidFill>
                <a:latin typeface="Instrument Sans SemiBold"/>
              </a:rPr>
              <a:t>[Name]</a:t>
            </a:r>
          </a:p>
        </p:txBody>
      </p:sp>
      <p:sp>
        <p:nvSpPr>
          <p:cNvPr id="25" name="Role 1_0"/>
          <p:cNvSpPr txBox="1"/>
          <p:nvPr/>
        </p:nvSpPr>
        <p:spPr>
          <a:xfrm>
            <a:off x="1000000" y="502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[Role / Title]</a:t>
            </a:r>
          </a:p>
        </p:txBody>
      </p:sp>
      <p:sp>
        <p:nvSpPr>
          <p:cNvPr id="26" name="Head 26"/>
          <p:cNvSpPr/>
          <p:nvPr/>
        </p:nvSpPr>
        <p:spPr>
          <a:xfrm>
            <a:off x="5095000" y="4100000"/>
            <a:ext cx="210000" cy="210000"/>
          </a:xfrm>
          <a:prstGeom prst="ellipse">
            <a:avLst/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27" name="Body 26"/>
          <p:cNvSpPr/>
          <p:nvPr/>
        </p:nvSpPr>
        <p:spPr>
          <a:xfrm>
            <a:off x="4990000" y="4340000"/>
            <a:ext cx="420000" cy="330000"/>
          </a:xfrm>
          <a:prstGeom prst="roundRect">
            <a:avLst>
              <a:gd name="adj" fmla="val 30000"/>
            </a:avLst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28" name="Name 1_1"/>
          <p:cNvSpPr txBox="1"/>
          <p:nvPr/>
        </p:nvSpPr>
        <p:spPr>
          <a:xfrm>
            <a:off x="4500000" y="475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400" b="1" dirty="0">
                <a:solidFill>
                  <a:srgbClr val="231F20"/>
                </a:solidFill>
                <a:latin typeface="Instrument Sans SemiBold"/>
              </a:rPr>
              <a:t>[Name]</a:t>
            </a:r>
          </a:p>
        </p:txBody>
      </p:sp>
      <p:sp>
        <p:nvSpPr>
          <p:cNvPr id="29" name="Role 1_1"/>
          <p:cNvSpPr txBox="1"/>
          <p:nvPr/>
        </p:nvSpPr>
        <p:spPr>
          <a:xfrm>
            <a:off x="4500000" y="502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[Role / Title]</a:t>
            </a:r>
          </a:p>
        </p:txBody>
      </p:sp>
      <p:sp>
        <p:nvSpPr>
          <p:cNvPr id="30" name="Head 30"/>
          <p:cNvSpPr/>
          <p:nvPr/>
        </p:nvSpPr>
        <p:spPr>
          <a:xfrm>
            <a:off x="8595000" y="4100000"/>
            <a:ext cx="210000" cy="210000"/>
          </a:xfrm>
          <a:prstGeom prst="ellipse">
            <a:avLst/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31" name="Body 30"/>
          <p:cNvSpPr/>
          <p:nvPr/>
        </p:nvSpPr>
        <p:spPr>
          <a:xfrm>
            <a:off x="8490000" y="4340000"/>
            <a:ext cx="420000" cy="330000"/>
          </a:xfrm>
          <a:prstGeom prst="roundRect">
            <a:avLst>
              <a:gd name="adj" fmla="val 30000"/>
            </a:avLst>
          </a:prstGeom>
          <a:solidFill>
            <a:srgbClr val="96969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32" name="Name 1_2"/>
          <p:cNvSpPr txBox="1"/>
          <p:nvPr/>
        </p:nvSpPr>
        <p:spPr>
          <a:xfrm>
            <a:off x="8000000" y="475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400" b="1" dirty="0">
                <a:solidFill>
                  <a:srgbClr val="231F20"/>
                </a:solidFill>
                <a:latin typeface="Instrument Sans SemiBold"/>
              </a:rPr>
              <a:t>[Name]</a:t>
            </a:r>
          </a:p>
        </p:txBody>
      </p:sp>
      <p:sp>
        <p:nvSpPr>
          <p:cNvPr id="33" name="Role 1_2"/>
          <p:cNvSpPr txBox="1"/>
          <p:nvPr/>
        </p:nvSpPr>
        <p:spPr>
          <a:xfrm>
            <a:off x="8000000" y="502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[Role / Title]</a:t>
            </a:r>
          </a:p>
        </p:txBody>
      </p:sp>
      <p:sp>
        <p:nvSpPr>
          <p:cNvPr id="2" name="Slide Number"/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Presentation Title Goes Here    |   Mmm YYYY    |    </a:t>
            </a:r>
            <a:fld id="{258E90BC-2E01-4359-AED7-5849BC58C23B}" type="slidenum">
              <a:rPr lang="en-AU" smtClean="0"/>
              <a:pPr/>
              <a:t>19</a:t>
            </a:fld>
            <a:endParaRPr lang="en-A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Team Biography</a:t>
            </a:r>
          </a:p>
        </p:txBody>
      </p:sp>
      <p:sp>
        <p:nvSpPr>
          <p:cNvPr id="9" name="Section Number"/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2.4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[Team Member Name]: [Role]</a:t>
            </a:r>
          </a:p>
        </p:txBody>
      </p:sp>
      <p:sp>
        <p:nvSpPr>
          <p:cNvPr id="10" name="Head 10"/>
          <p:cNvSpPr/>
          <p:nvPr/>
        </p:nvSpPr>
        <p:spPr>
          <a:xfrm>
            <a:off x="1490000" y="2200000"/>
            <a:ext cx="420000" cy="420000"/>
          </a:xfrm>
          <a:prstGeom prst="ellipse">
            <a:avLst/>
          </a:prstGeom>
          <a:solidFill>
            <a:srgbClr val="195B44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11" name="Body 10"/>
          <p:cNvSpPr/>
          <p:nvPr/>
        </p:nvSpPr>
        <p:spPr>
          <a:xfrm>
            <a:off x="1280000" y="2680000"/>
            <a:ext cx="840000" cy="660000"/>
          </a:xfrm>
          <a:prstGeom prst="roundRect">
            <a:avLst>
              <a:gd name="adj" fmla="val 30000"/>
            </a:avLst>
          </a:prstGeom>
          <a:solidFill>
            <a:srgbClr val="195B44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14" name="Bio Card"/>
          <p:cNvSpPr/>
          <p:nvPr/>
        </p:nvSpPr>
        <p:spPr>
          <a:xfrm>
            <a:off x="2800000" y="2100000"/>
            <a:ext cx="8553800" cy="36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r>
              <a:rPr lang="en-AU" sz="2000" b="1" dirty="0">
                <a:solidFill>
                  <a:srgbClr val="195B44"/>
                </a:solidFill>
                <a:latin typeface="Instrument Sans SemiBold"/>
              </a:rPr>
              <a:t>[Full Name]</a:t>
            </a:r>
          </a:p>
          <a:p>
            <a:r>
              <a:rPr lang="en-AU" sz="1500" dirty="0">
                <a:solidFill>
                  <a:srgbClr val="969696"/>
                </a:solidFill>
                <a:latin typeface="Instrument Sans SemiBold"/>
              </a:rPr>
              <a:t>[Title / Position]</a:t>
            </a:r>
          </a:p>
          <a:p>
            <a:endParaRPr lang="en-AU" sz="1500" dirty="0">
              <a:solidFill>
                <a:srgbClr val="969696"/>
              </a:solidFill>
              <a:latin typeface="Instrument Sans SemiBold"/>
            </a:endParaRPr>
          </a:p>
          <a:p>
            <a:r>
              <a:rPr lang="en-AU" sz="1500" dirty="0">
                <a:solidFill>
                  <a:srgbClr val="231F20"/>
                </a:solidFill>
                <a:latin typeface="Instrument Sans SemiBold"/>
              </a:rPr>
              <a:t>Insert biography text here. Include relevant experience, qualifications, and expertise areas that demonstrate capability for this engagement.</a:t>
            </a:r>
          </a:p>
          <a:p>
            <a:endParaRPr lang="en-AU" sz="1500" dirty="0">
              <a:solidFill>
                <a:srgbClr val="231F20"/>
              </a:solidFill>
              <a:latin typeface="Instrument Sans SemiBold"/>
            </a:endParaRPr>
          </a:p>
          <a:p>
            <a:r>
              <a:rPr lang="en-AU" sz="1500" b="1" dirty="0">
                <a:solidFill>
                  <a:srgbClr val="195B44"/>
                </a:solidFill>
                <a:latin typeface="Instrument Sans SemiBold"/>
              </a:rPr>
              <a:t>Qualifications:</a:t>
            </a:r>
          </a:p>
          <a:p>
            <a:r>
              <a:rPr lang="en-AU" sz="1400" dirty="0">
                <a:solidFill>
                  <a:srgbClr val="231F20"/>
                </a:solidFill>
                <a:latin typeface="Instrument Sans SemiBold"/>
              </a:rPr>
              <a:t>List relevant qualifications and certifications.</a:t>
            </a:r>
          </a:p>
        </p:txBody>
      </p:sp>
      <p:sp>
        <p:nvSpPr>
          <p:cNvPr id="2" name="Slide Number"/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Presentation Title Goes Here    |   Mmm YYYY    |    </a:t>
            </a:r>
            <a:fld id="{258E90BC-2E01-4359-AED7-5849BC58C23B}" type="slidenum">
              <a:rPr lang="en-AU" smtClean="0"/>
              <a:pPr/>
              <a:t>20</a:t>
            </a:fld>
            <a:endParaRPr lang="en-A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Our Approach</a:t>
            </a:r>
          </a:p>
        </p:txBody>
      </p:sp>
      <p:sp>
        <p:nvSpPr>
          <p:cNvPr id="9" name="Section Number"/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2.5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A [N]-step process to deliver outcomes</a:t>
            </a:r>
          </a:p>
        </p:txBody>
      </p:sp>
      <p:sp>
        <p:nvSpPr>
          <p:cNvPr id="10" name="Step 1"/>
          <p:cNvSpPr/>
          <p:nvPr/>
        </p:nvSpPr>
        <p:spPr>
          <a:xfrm>
            <a:off x="1596000" y="2300000"/>
            <a:ext cx="1000000" cy="1000000"/>
          </a:xfrm>
          <a:prstGeom prst="rect">
            <a:avLst/>
          </a:prstGeom>
          <a:solidFill>
            <a:srgbClr val="38B34A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3600" b="1" dirty="0">
                <a:solidFill>
                  <a:srgbClr val="FFFFFF"/>
                </a:solidFill>
                <a:latin typeface="Instrument Sans SemiBold"/>
              </a:rPr>
              <a:t>1</a:t>
            </a:r>
          </a:p>
        </p:txBody>
      </p:sp>
      <p:sp>
        <p:nvSpPr>
          <p:cNvPr id="11" name="Phase 1"/>
          <p:cNvSpPr txBox="1"/>
          <p:nvPr/>
        </p:nvSpPr>
        <p:spPr>
          <a:xfrm>
            <a:off x="1196000" y="340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Phase 1</a:t>
            </a:r>
          </a:p>
          <a:p>
            <a:r>
              <a:rPr lang="en-AU" sz="1600" b="1" dirty="0">
                <a:solidFill>
                  <a:srgbClr val="38B34A"/>
                </a:solidFill>
                <a:latin typeface="Instrument Sans SemiBold"/>
              </a:rPr>
              <a:t>Discovery</a:t>
            </a:r>
          </a:p>
        </p:txBody>
      </p:sp>
      <p:sp>
        <p:nvSpPr>
          <p:cNvPr id="12" name="Desc 1"/>
          <p:cNvSpPr txBox="1"/>
          <p:nvPr/>
        </p:nvSpPr>
        <p:spPr>
          <a:xfrm>
            <a:off x="1196000" y="3750000"/>
            <a:ext cx="1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231F20"/>
                </a:solidFill>
                <a:latin typeface="Instrument Sans SemiBold"/>
              </a:rPr>
              <a:t>[Description of this phase]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2996000" y="2800000"/>
            <a:ext cx="200000" cy="0"/>
          </a:xfrm>
          <a:prstGeom prst="line">
            <a:avLst/>
          </a:prstGeom>
          <a:ln w="19050">
            <a:solidFill>
              <a:srgbClr val="969696"/>
            </a:solidFill>
          </a:ln>
        </p:spPr>
      </p:cxnSp>
      <p:sp>
        <p:nvSpPr>
          <p:cNvPr id="14" name="Step 2"/>
          <p:cNvSpPr/>
          <p:nvPr/>
        </p:nvSpPr>
        <p:spPr>
          <a:xfrm>
            <a:off x="3596000" y="2300000"/>
            <a:ext cx="1000000" cy="10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3600" b="1" dirty="0">
                <a:solidFill>
                  <a:srgbClr val="FFFFFF"/>
                </a:solidFill>
                <a:latin typeface="Instrument Sans SemiBold"/>
              </a:rPr>
              <a:t>2</a:t>
            </a:r>
          </a:p>
        </p:txBody>
      </p:sp>
      <p:sp>
        <p:nvSpPr>
          <p:cNvPr id="15" name="Phase 2"/>
          <p:cNvSpPr txBox="1"/>
          <p:nvPr/>
        </p:nvSpPr>
        <p:spPr>
          <a:xfrm>
            <a:off x="3196000" y="340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Phase 2</a:t>
            </a:r>
          </a:p>
          <a:p>
            <a:r>
              <a:rPr lang="en-AU" sz="1600" b="1" dirty="0">
                <a:solidFill>
                  <a:srgbClr val="195B44"/>
                </a:solidFill>
                <a:latin typeface="Instrument Sans SemiBold"/>
              </a:rPr>
              <a:t>Design</a:t>
            </a:r>
          </a:p>
        </p:txBody>
      </p:sp>
      <p:sp>
        <p:nvSpPr>
          <p:cNvPr id="16" name="Desc 2"/>
          <p:cNvSpPr txBox="1"/>
          <p:nvPr/>
        </p:nvSpPr>
        <p:spPr>
          <a:xfrm>
            <a:off x="3196000" y="3750000"/>
            <a:ext cx="1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231F20"/>
                </a:solidFill>
                <a:latin typeface="Instrument Sans SemiBold"/>
              </a:rPr>
              <a:t>[Description of this phase]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4996000" y="2800000"/>
            <a:ext cx="200000" cy="0"/>
          </a:xfrm>
          <a:prstGeom prst="line">
            <a:avLst/>
          </a:prstGeom>
          <a:ln w="19050">
            <a:solidFill>
              <a:srgbClr val="969696"/>
            </a:solidFill>
          </a:ln>
        </p:spPr>
      </p:cxnSp>
      <p:sp>
        <p:nvSpPr>
          <p:cNvPr id="18" name="Step 3"/>
          <p:cNvSpPr/>
          <p:nvPr/>
        </p:nvSpPr>
        <p:spPr>
          <a:xfrm>
            <a:off x="5596000" y="2300000"/>
            <a:ext cx="1000000" cy="1000000"/>
          </a:xfrm>
          <a:prstGeom prst="rect">
            <a:avLst/>
          </a:prstGeom>
          <a:solidFill>
            <a:srgbClr val="248DC1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3600" b="1" dirty="0">
                <a:solidFill>
                  <a:srgbClr val="FFFFFF"/>
                </a:solidFill>
                <a:latin typeface="Instrument Sans SemiBold"/>
              </a:rPr>
              <a:t>3</a:t>
            </a:r>
          </a:p>
        </p:txBody>
      </p:sp>
      <p:sp>
        <p:nvSpPr>
          <p:cNvPr id="19" name="Phase 3"/>
          <p:cNvSpPr txBox="1"/>
          <p:nvPr/>
        </p:nvSpPr>
        <p:spPr>
          <a:xfrm>
            <a:off x="5196000" y="340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Phase 3</a:t>
            </a:r>
          </a:p>
          <a:p>
            <a:r>
              <a:rPr lang="en-AU" sz="1600" b="1" dirty="0">
                <a:solidFill>
                  <a:srgbClr val="248DC1"/>
                </a:solidFill>
                <a:latin typeface="Instrument Sans SemiBold"/>
              </a:rPr>
              <a:t>Build</a:t>
            </a:r>
          </a:p>
        </p:txBody>
      </p:sp>
      <p:sp>
        <p:nvSpPr>
          <p:cNvPr id="20" name="Desc 3"/>
          <p:cNvSpPr txBox="1"/>
          <p:nvPr/>
        </p:nvSpPr>
        <p:spPr>
          <a:xfrm>
            <a:off x="5196000" y="3750000"/>
            <a:ext cx="1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231F20"/>
                </a:solidFill>
                <a:latin typeface="Instrument Sans SemiBold"/>
              </a:rPr>
              <a:t>[Description of this phase]</a:t>
            </a:r>
          </a:p>
        </p:txBody>
      </p:sp>
      <p:cxnSp>
        <p:nvCxnSpPr>
          <p:cNvPr id="21" name="Line 21"/>
          <p:cNvCxnSpPr/>
          <p:nvPr/>
        </p:nvCxnSpPr>
        <p:spPr>
          <a:xfrm>
            <a:off x="6996000" y="2800000"/>
            <a:ext cx="200000" cy="0"/>
          </a:xfrm>
          <a:prstGeom prst="line">
            <a:avLst/>
          </a:prstGeom>
          <a:ln w="19050">
            <a:solidFill>
              <a:srgbClr val="969696"/>
            </a:solidFill>
          </a:ln>
        </p:spPr>
      </p:cxnSp>
      <p:sp>
        <p:nvSpPr>
          <p:cNvPr id="22" name="Step 4"/>
          <p:cNvSpPr/>
          <p:nvPr/>
        </p:nvSpPr>
        <p:spPr>
          <a:xfrm>
            <a:off x="7596000" y="2300000"/>
            <a:ext cx="1000000" cy="1000000"/>
          </a:xfrm>
          <a:prstGeom prst="rect">
            <a:avLst/>
          </a:prstGeom>
          <a:solidFill>
            <a:srgbClr val="7E379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3600" b="1" dirty="0">
                <a:solidFill>
                  <a:srgbClr val="FFFFFF"/>
                </a:solidFill>
                <a:latin typeface="Instrument Sans SemiBold"/>
              </a:rPr>
              <a:t>4</a:t>
            </a:r>
          </a:p>
        </p:txBody>
      </p:sp>
      <p:sp>
        <p:nvSpPr>
          <p:cNvPr id="23" name="Phase 4"/>
          <p:cNvSpPr txBox="1"/>
          <p:nvPr/>
        </p:nvSpPr>
        <p:spPr>
          <a:xfrm>
            <a:off x="7196000" y="340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Phase 4</a:t>
            </a:r>
          </a:p>
          <a:p>
            <a:r>
              <a:rPr lang="en-AU" sz="1600" b="1" dirty="0">
                <a:solidFill>
                  <a:srgbClr val="7E3794"/>
                </a:solidFill>
                <a:latin typeface="Instrument Sans SemiBold"/>
              </a:rPr>
              <a:t>Test</a:t>
            </a:r>
          </a:p>
        </p:txBody>
      </p:sp>
      <p:sp>
        <p:nvSpPr>
          <p:cNvPr id="24" name="Desc 4"/>
          <p:cNvSpPr txBox="1"/>
          <p:nvPr/>
        </p:nvSpPr>
        <p:spPr>
          <a:xfrm>
            <a:off x="7196000" y="3750000"/>
            <a:ext cx="1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231F20"/>
                </a:solidFill>
                <a:latin typeface="Instrument Sans SemiBold"/>
              </a:rPr>
              <a:t>[Description of this phase]</a:t>
            </a:r>
          </a:p>
        </p:txBody>
      </p:sp>
      <p:cxnSp>
        <p:nvCxnSpPr>
          <p:cNvPr id="25" name="Line 25"/>
          <p:cNvCxnSpPr/>
          <p:nvPr/>
        </p:nvCxnSpPr>
        <p:spPr>
          <a:xfrm>
            <a:off x="8996000" y="2800000"/>
            <a:ext cx="200000" cy="0"/>
          </a:xfrm>
          <a:prstGeom prst="line">
            <a:avLst/>
          </a:prstGeom>
          <a:ln w="19050">
            <a:solidFill>
              <a:srgbClr val="969696"/>
            </a:solidFill>
          </a:ln>
        </p:spPr>
      </p:cxnSp>
      <p:sp>
        <p:nvSpPr>
          <p:cNvPr id="26" name="Step 5"/>
          <p:cNvSpPr/>
          <p:nvPr/>
        </p:nvSpPr>
        <p:spPr>
          <a:xfrm>
            <a:off x="9596000" y="2300000"/>
            <a:ext cx="1000000" cy="1000000"/>
          </a:xfrm>
          <a:prstGeom prst="rect">
            <a:avLst/>
          </a:prstGeom>
          <a:solidFill>
            <a:srgbClr val="F47E4D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3600" b="1" dirty="0">
                <a:solidFill>
                  <a:srgbClr val="FFFFFF"/>
                </a:solidFill>
                <a:latin typeface="Instrument Sans SemiBold"/>
              </a:rPr>
              <a:t>5</a:t>
            </a:r>
          </a:p>
        </p:txBody>
      </p:sp>
      <p:sp>
        <p:nvSpPr>
          <p:cNvPr id="27" name="Phase 5"/>
          <p:cNvSpPr txBox="1"/>
          <p:nvPr/>
        </p:nvSpPr>
        <p:spPr>
          <a:xfrm>
            <a:off x="9196000" y="340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Phase 5</a:t>
            </a:r>
          </a:p>
          <a:p>
            <a:r>
              <a:rPr lang="en-AU" sz="1600" b="1" dirty="0">
                <a:solidFill>
                  <a:srgbClr val="F47E4D"/>
                </a:solidFill>
                <a:latin typeface="Instrument Sans SemiBold"/>
              </a:rPr>
              <a:t>Deploy</a:t>
            </a:r>
          </a:p>
        </p:txBody>
      </p:sp>
      <p:sp>
        <p:nvSpPr>
          <p:cNvPr id="28" name="Desc 5"/>
          <p:cNvSpPr txBox="1"/>
          <p:nvPr/>
        </p:nvSpPr>
        <p:spPr>
          <a:xfrm>
            <a:off x="9196000" y="3750000"/>
            <a:ext cx="1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200" dirty="0">
                <a:solidFill>
                  <a:srgbClr val="231F20"/>
                </a:solidFill>
                <a:latin typeface="Instrument Sans SemiBold"/>
              </a:rPr>
              <a:t>[Description of this phase]</a:t>
            </a:r>
          </a:p>
        </p:txBody>
      </p:sp>
      <p:sp>
        <p:nvSpPr>
          <p:cNvPr id="2" name="Slide Number"/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Presentation Title Goes Here    |   Mmm YYYY    |    </a:t>
            </a:r>
            <a:fld id="{258E90BC-2E01-4359-AED7-5849BC58C23B}" type="slidenum">
              <a:rPr lang="en-AU" smtClean="0"/>
              <a:pPr/>
              <a:t>21</a:t>
            </a:fld>
            <a:endParaRPr lang="en-A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Project Timeline</a:t>
            </a:r>
          </a:p>
        </p:txBody>
      </p:sp>
      <p:sp>
        <p:nvSpPr>
          <p:cNvPr id="9" name="Section Number"/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2.6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Indicative timeline for the engagement</a:t>
            </a:r>
          </a:p>
        </p:txBody>
      </p:sp>
      <p:sp>
        <p:nvSpPr>
          <p:cNvPr id="10" name="Week 1"/>
          <p:cNvSpPr/>
          <p:nvPr/>
        </p:nvSpPr>
        <p:spPr>
          <a:xfrm>
            <a:off x="2600000" y="2100000"/>
            <a:ext cx="1050000" cy="5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Week 1</a:t>
            </a:r>
          </a:p>
        </p:txBody>
      </p:sp>
      <p:sp>
        <p:nvSpPr>
          <p:cNvPr id="11" name="Week 2"/>
          <p:cNvSpPr/>
          <p:nvPr/>
        </p:nvSpPr>
        <p:spPr>
          <a:xfrm>
            <a:off x="3700000" y="2100000"/>
            <a:ext cx="1050000" cy="5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Week 2</a:t>
            </a:r>
          </a:p>
        </p:txBody>
      </p:sp>
      <p:sp>
        <p:nvSpPr>
          <p:cNvPr id="12" name="Week 3"/>
          <p:cNvSpPr/>
          <p:nvPr/>
        </p:nvSpPr>
        <p:spPr>
          <a:xfrm>
            <a:off x="4800000" y="2100000"/>
            <a:ext cx="1050000" cy="5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Week 3</a:t>
            </a:r>
          </a:p>
        </p:txBody>
      </p:sp>
      <p:sp>
        <p:nvSpPr>
          <p:cNvPr id="13" name="Week 4"/>
          <p:cNvSpPr/>
          <p:nvPr/>
        </p:nvSpPr>
        <p:spPr>
          <a:xfrm>
            <a:off x="5900000" y="2100000"/>
            <a:ext cx="1050000" cy="5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Week 4</a:t>
            </a:r>
          </a:p>
        </p:txBody>
      </p:sp>
      <p:sp>
        <p:nvSpPr>
          <p:cNvPr id="14" name="Week 5"/>
          <p:cNvSpPr/>
          <p:nvPr/>
        </p:nvSpPr>
        <p:spPr>
          <a:xfrm>
            <a:off x="7000000" y="2100000"/>
            <a:ext cx="1050000" cy="5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Week 5</a:t>
            </a:r>
          </a:p>
        </p:txBody>
      </p:sp>
      <p:sp>
        <p:nvSpPr>
          <p:cNvPr id="15" name="Week 6"/>
          <p:cNvSpPr/>
          <p:nvPr/>
        </p:nvSpPr>
        <p:spPr>
          <a:xfrm>
            <a:off x="8100000" y="2100000"/>
            <a:ext cx="1050000" cy="5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Week 6</a:t>
            </a:r>
          </a:p>
        </p:txBody>
      </p:sp>
      <p:sp>
        <p:nvSpPr>
          <p:cNvPr id="16" name="Week 7"/>
          <p:cNvSpPr/>
          <p:nvPr/>
        </p:nvSpPr>
        <p:spPr>
          <a:xfrm>
            <a:off x="9200000" y="2100000"/>
            <a:ext cx="1050000" cy="5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Week 7</a:t>
            </a:r>
          </a:p>
        </p:txBody>
      </p:sp>
      <p:sp>
        <p:nvSpPr>
          <p:cNvPr id="17" name="Week 8"/>
          <p:cNvSpPr/>
          <p:nvPr/>
        </p:nvSpPr>
        <p:spPr>
          <a:xfrm>
            <a:off x="10300000" y="2100000"/>
            <a:ext cx="1050000" cy="5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Week 8</a:t>
            </a:r>
          </a:p>
        </p:txBody>
      </p:sp>
      <p:sp>
        <p:nvSpPr>
          <p:cNvPr id="20" name="Phase Label 0"/>
          <p:cNvSpPr txBox="1"/>
          <p:nvPr/>
        </p:nvSpPr>
        <p:spPr>
          <a:xfrm>
            <a:off x="838200" y="2650000"/>
            <a:ext cx="17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r>
              <a:rPr lang="en-AU" sz="1400" b="1" dirty="0">
                <a:solidFill>
                  <a:srgbClr val="231F20"/>
                </a:solidFill>
                <a:latin typeface="Instrument Sans SemiBold"/>
              </a:rPr>
              <a:t>Discovery</a:t>
            </a:r>
          </a:p>
        </p:txBody>
      </p:sp>
      <p:sp>
        <p:nvSpPr>
          <p:cNvPr id="21" name="Row BG 0"/>
          <p:cNvSpPr/>
          <p:nvPr/>
        </p:nvSpPr>
        <p:spPr>
          <a:xfrm>
            <a:off x="2600000" y="2650000"/>
            <a:ext cx="875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endParaRPr/>
          </a:p>
        </p:txBody>
      </p:sp>
      <p:sp>
        <p:nvSpPr>
          <p:cNvPr id="22" name="Bar 0"/>
          <p:cNvSpPr/>
          <p:nvPr/>
        </p:nvSpPr>
        <p:spPr>
          <a:xfrm>
            <a:off x="2600000" y="2750000"/>
            <a:ext cx="2150000" cy="300000"/>
          </a:xfrm>
          <a:prstGeom prst="rect">
            <a:avLst/>
          </a:prstGeom>
          <a:solidFill>
            <a:srgbClr val="38B34A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2 weeks</a:t>
            </a:r>
          </a:p>
        </p:txBody>
      </p:sp>
      <p:sp>
        <p:nvSpPr>
          <p:cNvPr id="23" name="Phase Label 1"/>
          <p:cNvSpPr txBox="1"/>
          <p:nvPr/>
        </p:nvSpPr>
        <p:spPr>
          <a:xfrm>
            <a:off x="838200" y="3200000"/>
            <a:ext cx="17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r>
              <a:rPr lang="en-AU" sz="1400" b="1" dirty="0">
                <a:solidFill>
                  <a:srgbClr val="231F20"/>
                </a:solidFill>
                <a:latin typeface="Instrument Sans SemiBold"/>
              </a:rPr>
              <a:t>Design</a:t>
            </a:r>
          </a:p>
        </p:txBody>
      </p:sp>
      <p:sp>
        <p:nvSpPr>
          <p:cNvPr id="24" name="Row BG 1"/>
          <p:cNvSpPr/>
          <p:nvPr/>
        </p:nvSpPr>
        <p:spPr>
          <a:xfrm>
            <a:off x="2600000" y="3200000"/>
            <a:ext cx="875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endParaRPr/>
          </a:p>
        </p:txBody>
      </p:sp>
      <p:sp>
        <p:nvSpPr>
          <p:cNvPr id="25" name="Bar 1"/>
          <p:cNvSpPr/>
          <p:nvPr/>
        </p:nvSpPr>
        <p:spPr>
          <a:xfrm>
            <a:off x="3700000" y="3300000"/>
            <a:ext cx="3250000" cy="300000"/>
          </a:xfrm>
          <a:prstGeom prst="rect">
            <a:avLst/>
          </a:prstGeom>
          <a:solidFill>
            <a:srgbClr val="248DC1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3 weeks</a:t>
            </a:r>
          </a:p>
        </p:txBody>
      </p:sp>
      <p:sp>
        <p:nvSpPr>
          <p:cNvPr id="26" name="Phase Label 2"/>
          <p:cNvSpPr txBox="1"/>
          <p:nvPr/>
        </p:nvSpPr>
        <p:spPr>
          <a:xfrm>
            <a:off x="838200" y="3750000"/>
            <a:ext cx="17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r>
              <a:rPr lang="en-AU" sz="1400" b="1" dirty="0">
                <a:solidFill>
                  <a:srgbClr val="231F20"/>
                </a:solidFill>
                <a:latin typeface="Instrument Sans SemiBold"/>
              </a:rPr>
              <a:t>Build</a:t>
            </a:r>
          </a:p>
        </p:txBody>
      </p:sp>
      <p:sp>
        <p:nvSpPr>
          <p:cNvPr id="27" name="Row BG 2"/>
          <p:cNvSpPr/>
          <p:nvPr/>
        </p:nvSpPr>
        <p:spPr>
          <a:xfrm>
            <a:off x="2600000" y="3750000"/>
            <a:ext cx="875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endParaRPr/>
          </a:p>
        </p:txBody>
      </p:sp>
      <p:sp>
        <p:nvSpPr>
          <p:cNvPr id="28" name="Bar 2"/>
          <p:cNvSpPr/>
          <p:nvPr/>
        </p:nvSpPr>
        <p:spPr>
          <a:xfrm>
            <a:off x="5900000" y="3850000"/>
            <a:ext cx="3250000" cy="300000"/>
          </a:xfrm>
          <a:prstGeom prst="rect">
            <a:avLst/>
          </a:prstGeom>
          <a:solidFill>
            <a:srgbClr val="7E379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3 weeks</a:t>
            </a:r>
          </a:p>
        </p:txBody>
      </p:sp>
      <p:sp>
        <p:nvSpPr>
          <p:cNvPr id="29" name="Phase Label 3"/>
          <p:cNvSpPr txBox="1"/>
          <p:nvPr/>
        </p:nvSpPr>
        <p:spPr>
          <a:xfrm>
            <a:off x="838200" y="4300000"/>
            <a:ext cx="17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r>
              <a:rPr lang="en-AU" sz="1400" b="1" dirty="0">
                <a:solidFill>
                  <a:srgbClr val="231F20"/>
                </a:solidFill>
                <a:latin typeface="Instrument Sans SemiBold"/>
              </a:rPr>
              <a:t>Test &amp; Deploy</a:t>
            </a:r>
          </a:p>
        </p:txBody>
      </p:sp>
      <p:sp>
        <p:nvSpPr>
          <p:cNvPr id="30" name="Row BG 3"/>
          <p:cNvSpPr/>
          <p:nvPr/>
        </p:nvSpPr>
        <p:spPr>
          <a:xfrm>
            <a:off x="2600000" y="4300000"/>
            <a:ext cx="875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endParaRPr/>
          </a:p>
        </p:txBody>
      </p:sp>
      <p:sp>
        <p:nvSpPr>
          <p:cNvPr id="31" name="Bar 3"/>
          <p:cNvSpPr/>
          <p:nvPr/>
        </p:nvSpPr>
        <p:spPr>
          <a:xfrm>
            <a:off x="9200000" y="4400000"/>
            <a:ext cx="2150000" cy="300000"/>
          </a:xfrm>
          <a:prstGeom prst="rect">
            <a:avLst/>
          </a:prstGeom>
          <a:solidFill>
            <a:srgbClr val="F47E4D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b="1" dirty="0">
                <a:solidFill>
                  <a:srgbClr val="FFFFFF"/>
                </a:solidFill>
                <a:latin typeface="Instrument Sans SemiBold"/>
              </a:rPr>
              <a:t>2 weeks</a:t>
            </a:r>
          </a:p>
        </p:txBody>
      </p:sp>
      <p:sp>
        <p:nvSpPr>
          <p:cNvPr id="2" name="Slide Number"/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Presentation Title Goes Here    |   Mmm YYYY    |    </a:t>
            </a:r>
            <a:fld id="{258E90BC-2E01-4359-AED7-5849BC58C23B}" type="slidenum">
              <a:rPr lang="en-AU" smtClean="0"/>
              <a:pPr/>
              <a:t>22</a:t>
            </a:fld>
            <a:endParaRPr lang="en-A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Our Clients</a:t>
            </a:r>
          </a:p>
        </p:txBody>
      </p:sp>
      <p:sp>
        <p:nvSpPr>
          <p:cNvPr id="9" name="Section Number"/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2.7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We have served a wide range of organisations across sectors</a:t>
            </a:r>
          </a:p>
        </p:txBody>
      </p:sp>
      <p:sp>
        <p:nvSpPr>
          <p:cNvPr id="10" name="Logo 0_0"/>
          <p:cNvSpPr/>
          <p:nvPr/>
        </p:nvSpPr>
        <p:spPr>
          <a:xfrm>
            <a:off x="1196000" y="220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11" name="Logo 0_1"/>
          <p:cNvSpPr/>
          <p:nvPr/>
        </p:nvSpPr>
        <p:spPr>
          <a:xfrm>
            <a:off x="3696000" y="220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12" name="Logo 0_2"/>
          <p:cNvSpPr/>
          <p:nvPr/>
        </p:nvSpPr>
        <p:spPr>
          <a:xfrm>
            <a:off x="6196000" y="220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13" name="Logo 0_3"/>
          <p:cNvSpPr/>
          <p:nvPr/>
        </p:nvSpPr>
        <p:spPr>
          <a:xfrm>
            <a:off x="8696000" y="220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14" name="Logo 1_0"/>
          <p:cNvSpPr/>
          <p:nvPr/>
        </p:nvSpPr>
        <p:spPr>
          <a:xfrm>
            <a:off x="1196000" y="325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15" name="Logo 1_1"/>
          <p:cNvSpPr/>
          <p:nvPr/>
        </p:nvSpPr>
        <p:spPr>
          <a:xfrm>
            <a:off x="3696000" y="325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16" name="Logo 1_2"/>
          <p:cNvSpPr/>
          <p:nvPr/>
        </p:nvSpPr>
        <p:spPr>
          <a:xfrm>
            <a:off x="6196000" y="325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17" name="Logo 1_3"/>
          <p:cNvSpPr/>
          <p:nvPr/>
        </p:nvSpPr>
        <p:spPr>
          <a:xfrm>
            <a:off x="8696000" y="325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18" name="Logo 2_0"/>
          <p:cNvSpPr/>
          <p:nvPr/>
        </p:nvSpPr>
        <p:spPr>
          <a:xfrm>
            <a:off x="1196000" y="430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19" name="Logo 2_1"/>
          <p:cNvSpPr/>
          <p:nvPr/>
        </p:nvSpPr>
        <p:spPr>
          <a:xfrm>
            <a:off x="3696000" y="430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20" name="Logo 2_2"/>
          <p:cNvSpPr/>
          <p:nvPr/>
        </p:nvSpPr>
        <p:spPr>
          <a:xfrm>
            <a:off x="6196000" y="430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21" name="Logo 2_3"/>
          <p:cNvSpPr/>
          <p:nvPr/>
        </p:nvSpPr>
        <p:spPr>
          <a:xfrm>
            <a:off x="8696000" y="4300000"/>
            <a:ext cx="2300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[Client Logo]</a:t>
            </a:r>
          </a:p>
        </p:txBody>
      </p:sp>
      <p:sp>
        <p:nvSpPr>
          <p:cNvPr id="2" name="Slide Number"/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Presentation Title Goes Here    |   Mmm YYYY    |    </a:t>
            </a:r>
            <a:fld id="{258E90BC-2E01-4359-AED7-5849BC58C23B}" type="slidenum">
              <a:rPr lang="en-AU" smtClean="0"/>
              <a:pPr/>
              <a:t>23</a:t>
            </a:fld>
            <a:endParaRPr lang="en-A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Key Metrics</a:t>
            </a:r>
          </a:p>
        </p:txBody>
      </p:sp>
      <p:sp>
        <p:nvSpPr>
          <p:cNvPr id="9" name="Section Number"/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2.8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Headline numbers that demonstrate our impact</a:t>
            </a:r>
          </a:p>
        </p:txBody>
      </p:sp>
      <p:sp>
        <p:nvSpPr>
          <p:cNvPr id="10" name="Stat 0"/>
          <p:cNvSpPr txBox="1"/>
          <p:nvPr/>
        </p:nvSpPr>
        <p:spPr>
          <a:xfrm>
            <a:off x="996000" y="2400000"/>
            <a:ext cx="24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b"/>
          <a:lstStyle/>
          <a:p>
            <a:r>
              <a:rPr lang="en-AU" sz="5400" b="1" dirty="0">
                <a:solidFill>
                  <a:srgbClr val="38B34A"/>
                </a:solidFill>
                <a:latin typeface="Instrument Sans SemiBold"/>
              </a:rPr>
              <a:t>XX+</a:t>
            </a:r>
          </a:p>
        </p:txBody>
      </p:sp>
      <p:sp>
        <p:nvSpPr>
          <p:cNvPr id="11" name="Line 0"/>
          <p:cNvSpPr/>
          <p:nvPr/>
        </p:nvSpPr>
        <p:spPr>
          <a:xfrm>
            <a:off x="1396000" y="3350000"/>
            <a:ext cx="1600000" cy="40000"/>
          </a:xfrm>
          <a:prstGeom prst="rect">
            <a:avLst/>
          </a:prstGeom>
          <a:solidFill>
            <a:srgbClr val="38B34A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endParaRPr/>
          </a:p>
        </p:txBody>
      </p:sp>
      <p:sp>
        <p:nvSpPr>
          <p:cNvPr id="12" name="Label 0"/>
          <p:cNvSpPr txBox="1"/>
          <p:nvPr/>
        </p:nvSpPr>
        <p:spPr>
          <a:xfrm>
            <a:off x="996000" y="3450000"/>
            <a:ext cx="24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600" dirty="0">
                <a:solidFill>
                  <a:srgbClr val="231F20"/>
                </a:solidFill>
                <a:latin typeface="Instrument Sans SemiBold"/>
              </a:rPr>
              <a:t>Years Experience</a:t>
            </a:r>
          </a:p>
        </p:txBody>
      </p:sp>
      <p:sp>
        <p:nvSpPr>
          <p:cNvPr id="13" name="Stat 1"/>
          <p:cNvSpPr txBox="1"/>
          <p:nvPr/>
        </p:nvSpPr>
        <p:spPr>
          <a:xfrm>
            <a:off x="3596000" y="2400000"/>
            <a:ext cx="24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b"/>
          <a:lstStyle/>
          <a:p>
            <a:r>
              <a:rPr lang="en-AU" sz="5400" b="1" dirty="0">
                <a:solidFill>
                  <a:srgbClr val="195B44"/>
                </a:solidFill>
                <a:latin typeface="Instrument Sans SemiBold"/>
              </a:rPr>
              <a:t>XX+</a:t>
            </a:r>
          </a:p>
        </p:txBody>
      </p:sp>
      <p:sp>
        <p:nvSpPr>
          <p:cNvPr id="14" name="Line 1"/>
          <p:cNvSpPr/>
          <p:nvPr/>
        </p:nvSpPr>
        <p:spPr>
          <a:xfrm>
            <a:off x="3996000" y="3350000"/>
            <a:ext cx="1600000" cy="4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endParaRPr/>
          </a:p>
        </p:txBody>
      </p:sp>
      <p:sp>
        <p:nvSpPr>
          <p:cNvPr id="15" name="Label 1"/>
          <p:cNvSpPr txBox="1"/>
          <p:nvPr/>
        </p:nvSpPr>
        <p:spPr>
          <a:xfrm>
            <a:off x="3596000" y="3450000"/>
            <a:ext cx="24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600" dirty="0">
                <a:solidFill>
                  <a:srgbClr val="231F20"/>
                </a:solidFill>
                <a:latin typeface="Instrument Sans SemiBold"/>
              </a:rPr>
              <a:t>Clients Served</a:t>
            </a:r>
          </a:p>
        </p:txBody>
      </p:sp>
      <p:sp>
        <p:nvSpPr>
          <p:cNvPr id="16" name="Stat 2"/>
          <p:cNvSpPr txBox="1"/>
          <p:nvPr/>
        </p:nvSpPr>
        <p:spPr>
          <a:xfrm>
            <a:off x="6196000" y="2400000"/>
            <a:ext cx="24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b"/>
          <a:lstStyle/>
          <a:p>
            <a:r>
              <a:rPr lang="en-AU" sz="5400" b="1" dirty="0">
                <a:solidFill>
                  <a:srgbClr val="248DC1"/>
                </a:solidFill>
                <a:latin typeface="Instrument Sans SemiBold"/>
              </a:rPr>
              <a:t>XXX+</a:t>
            </a:r>
          </a:p>
        </p:txBody>
      </p:sp>
      <p:sp>
        <p:nvSpPr>
          <p:cNvPr id="17" name="Line 2"/>
          <p:cNvSpPr/>
          <p:nvPr/>
        </p:nvSpPr>
        <p:spPr>
          <a:xfrm>
            <a:off x="6596000" y="3350000"/>
            <a:ext cx="1600000" cy="40000"/>
          </a:xfrm>
          <a:prstGeom prst="rect">
            <a:avLst/>
          </a:prstGeom>
          <a:solidFill>
            <a:srgbClr val="248DC1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endParaRPr/>
          </a:p>
        </p:txBody>
      </p:sp>
      <p:sp>
        <p:nvSpPr>
          <p:cNvPr id="18" name="Label 2"/>
          <p:cNvSpPr txBox="1"/>
          <p:nvPr/>
        </p:nvSpPr>
        <p:spPr>
          <a:xfrm>
            <a:off x="6196000" y="3450000"/>
            <a:ext cx="24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600" dirty="0">
                <a:solidFill>
                  <a:srgbClr val="231F20"/>
                </a:solidFill>
                <a:latin typeface="Instrument Sans SemiBold"/>
              </a:rPr>
              <a:t>Engagements</a:t>
            </a:r>
          </a:p>
        </p:txBody>
      </p:sp>
      <p:sp>
        <p:nvSpPr>
          <p:cNvPr id="19" name="Stat 3"/>
          <p:cNvSpPr txBox="1"/>
          <p:nvPr/>
        </p:nvSpPr>
        <p:spPr>
          <a:xfrm>
            <a:off x="8796000" y="2400000"/>
            <a:ext cx="24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b"/>
          <a:lstStyle/>
          <a:p>
            <a:r>
              <a:rPr lang="en-AU" sz="5400" b="1" dirty="0">
                <a:solidFill>
                  <a:srgbClr val="7E3794"/>
                </a:solidFill>
                <a:latin typeface="Instrument Sans SemiBold"/>
              </a:rPr>
              <a:t>XX%</a:t>
            </a:r>
          </a:p>
        </p:txBody>
      </p:sp>
      <p:sp>
        <p:nvSpPr>
          <p:cNvPr id="20" name="Line 3"/>
          <p:cNvSpPr/>
          <p:nvPr/>
        </p:nvSpPr>
        <p:spPr>
          <a:xfrm>
            <a:off x="9196000" y="3350000"/>
            <a:ext cx="1600000" cy="40000"/>
          </a:xfrm>
          <a:prstGeom prst="rect">
            <a:avLst/>
          </a:prstGeom>
          <a:solidFill>
            <a:srgbClr val="7E3794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endParaRPr/>
          </a:p>
        </p:txBody>
      </p:sp>
      <p:sp>
        <p:nvSpPr>
          <p:cNvPr id="21" name="Label 3"/>
          <p:cNvSpPr txBox="1"/>
          <p:nvPr/>
        </p:nvSpPr>
        <p:spPr>
          <a:xfrm>
            <a:off x="8796000" y="3450000"/>
            <a:ext cx="24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AU" sz="1600" dirty="0">
                <a:solidFill>
                  <a:srgbClr val="231F20"/>
                </a:solidFill>
                <a:latin typeface="Instrument Sans SemiBold"/>
              </a:rPr>
              <a:t>Client Retention</a:t>
            </a:r>
          </a:p>
        </p:txBody>
      </p:sp>
      <p:sp>
        <p:nvSpPr>
          <p:cNvPr id="2" name="Slide Number"/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Presentation Title Goes Here    |   Mmm YYYY    |    </a:t>
            </a:r>
            <a:fld id="{258E90BC-2E01-4359-AED7-5849BC58C23B}" type="slidenum">
              <a:rPr lang="en-AU" smtClean="0"/>
              <a:pPr/>
              <a:t>24</a:t>
            </a:fld>
            <a:endParaRPr lang="en-A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Risk Assessment</a:t>
            </a:r>
          </a:p>
        </p:txBody>
      </p:sp>
      <p:sp>
        <p:nvSpPr>
          <p:cNvPr id="9" name="Section Number"/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2.9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Key risks identified and proposed mitigations</a:t>
            </a:r>
          </a:p>
        </p:txBody>
      </p:sp>
      <p:sp>
        <p:nvSpPr>
          <p:cNvPr id="10" name="Hdr 0"/>
          <p:cNvSpPr/>
          <p:nvPr/>
        </p:nvSpPr>
        <p:spPr>
          <a:xfrm>
            <a:off x="838200" y="2050000"/>
            <a:ext cx="2980000" cy="4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400" b="1" dirty="0">
                <a:solidFill>
                  <a:srgbClr val="FFFFFF"/>
                </a:solidFill>
                <a:latin typeface="Instrument Sans SemiBold"/>
              </a:rPr>
              <a:t>Risk</a:t>
            </a:r>
          </a:p>
        </p:txBody>
      </p:sp>
      <p:sp>
        <p:nvSpPr>
          <p:cNvPr id="11" name="Hdr 1"/>
          <p:cNvSpPr/>
          <p:nvPr/>
        </p:nvSpPr>
        <p:spPr>
          <a:xfrm>
            <a:off x="3838200" y="2050000"/>
            <a:ext cx="1480000" cy="4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400" b="1" dirty="0">
                <a:solidFill>
                  <a:srgbClr val="FFFFFF"/>
                </a:solidFill>
                <a:latin typeface="Instrument Sans SemiBold"/>
              </a:rPr>
              <a:t>Likelihood</a:t>
            </a:r>
          </a:p>
        </p:txBody>
      </p:sp>
      <p:sp>
        <p:nvSpPr>
          <p:cNvPr id="12" name="Hdr 2"/>
          <p:cNvSpPr/>
          <p:nvPr/>
        </p:nvSpPr>
        <p:spPr>
          <a:xfrm>
            <a:off x="5338200" y="2050000"/>
            <a:ext cx="1480000" cy="4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400" b="1" dirty="0">
                <a:solidFill>
                  <a:srgbClr val="FFFFFF"/>
                </a:solidFill>
                <a:latin typeface="Instrument Sans SemiBold"/>
              </a:rPr>
              <a:t>Impact</a:t>
            </a:r>
          </a:p>
        </p:txBody>
      </p:sp>
      <p:sp>
        <p:nvSpPr>
          <p:cNvPr id="13" name="Hdr 3"/>
          <p:cNvSpPr/>
          <p:nvPr/>
        </p:nvSpPr>
        <p:spPr>
          <a:xfrm>
            <a:off x="6838200" y="2050000"/>
            <a:ext cx="4795600" cy="4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400" b="1" dirty="0">
                <a:solidFill>
                  <a:srgbClr val="FFFFFF"/>
                </a:solidFill>
                <a:latin typeface="Instrument Sans SemiBold"/>
              </a:rPr>
              <a:t>Mitigation</a:t>
            </a:r>
          </a:p>
        </p:txBody>
      </p:sp>
      <p:sp>
        <p:nvSpPr>
          <p:cNvPr id="14" name="Cell 0_0"/>
          <p:cNvSpPr/>
          <p:nvPr/>
        </p:nvSpPr>
        <p:spPr>
          <a:xfrm>
            <a:off x="838200" y="2470000"/>
            <a:ext cx="298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dirty="0">
                <a:solidFill>
                  <a:srgbClr val="231F20"/>
                </a:solidFill>
                <a:latin typeface="Instrument Sans SemiBold"/>
              </a:rPr>
              <a:t>[Risk description 1]</a:t>
            </a:r>
          </a:p>
        </p:txBody>
      </p:sp>
      <p:sp>
        <p:nvSpPr>
          <p:cNvPr id="15" name="Cell 0_1"/>
          <p:cNvSpPr/>
          <p:nvPr/>
        </p:nvSpPr>
        <p:spPr>
          <a:xfrm>
            <a:off x="3838200" y="2470000"/>
            <a:ext cx="148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b="1" dirty="0">
                <a:solidFill>
                  <a:srgbClr val="F47E4D"/>
                </a:solidFill>
                <a:latin typeface="Instrument Sans SemiBold"/>
              </a:rPr>
              <a:t>High</a:t>
            </a:r>
          </a:p>
        </p:txBody>
      </p:sp>
      <p:sp>
        <p:nvSpPr>
          <p:cNvPr id="16" name="Cell 0_2"/>
          <p:cNvSpPr/>
          <p:nvPr/>
        </p:nvSpPr>
        <p:spPr>
          <a:xfrm>
            <a:off x="5338200" y="2470000"/>
            <a:ext cx="148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b="1" dirty="0">
                <a:solidFill>
                  <a:srgbClr val="F47E4D"/>
                </a:solidFill>
                <a:latin typeface="Instrument Sans SemiBold"/>
              </a:rPr>
              <a:t>High</a:t>
            </a:r>
          </a:p>
        </p:txBody>
      </p:sp>
      <p:sp>
        <p:nvSpPr>
          <p:cNvPr id="17" name="Cell 0_3"/>
          <p:cNvSpPr/>
          <p:nvPr/>
        </p:nvSpPr>
        <p:spPr>
          <a:xfrm>
            <a:off x="6838200" y="2470000"/>
            <a:ext cx="47956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dirty="0">
                <a:solidFill>
                  <a:srgbClr val="231F20"/>
                </a:solidFill>
                <a:latin typeface="Instrument Sans SemiBold"/>
              </a:rPr>
              <a:t>[Mitigation strategy]</a:t>
            </a:r>
          </a:p>
        </p:txBody>
      </p:sp>
      <p:sp>
        <p:nvSpPr>
          <p:cNvPr id="18" name="Cell 1_0"/>
          <p:cNvSpPr/>
          <p:nvPr/>
        </p:nvSpPr>
        <p:spPr>
          <a:xfrm>
            <a:off x="838200" y="2990000"/>
            <a:ext cx="298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dirty="0">
                <a:solidFill>
                  <a:srgbClr val="231F20"/>
                </a:solidFill>
                <a:latin typeface="Instrument Sans SemiBold"/>
              </a:rPr>
              <a:t>[Risk description 2]</a:t>
            </a:r>
          </a:p>
        </p:txBody>
      </p:sp>
      <p:sp>
        <p:nvSpPr>
          <p:cNvPr id="19" name="Cell 1_1"/>
          <p:cNvSpPr/>
          <p:nvPr/>
        </p:nvSpPr>
        <p:spPr>
          <a:xfrm>
            <a:off x="3838200" y="2990000"/>
            <a:ext cx="148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b="1" dirty="0">
                <a:solidFill>
                  <a:srgbClr val="FCB53B"/>
                </a:solidFill>
                <a:latin typeface="Instrument Sans SemiBold"/>
              </a:rPr>
              <a:t>Medium</a:t>
            </a:r>
          </a:p>
        </p:txBody>
      </p:sp>
      <p:sp>
        <p:nvSpPr>
          <p:cNvPr id="20" name="Cell 1_2"/>
          <p:cNvSpPr/>
          <p:nvPr/>
        </p:nvSpPr>
        <p:spPr>
          <a:xfrm>
            <a:off x="5338200" y="2990000"/>
            <a:ext cx="148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b="1" dirty="0">
                <a:solidFill>
                  <a:srgbClr val="FCB53B"/>
                </a:solidFill>
                <a:latin typeface="Instrument Sans SemiBold"/>
              </a:rPr>
              <a:t>High</a:t>
            </a:r>
          </a:p>
        </p:txBody>
      </p:sp>
      <p:sp>
        <p:nvSpPr>
          <p:cNvPr id="21" name="Cell 1_3"/>
          <p:cNvSpPr/>
          <p:nvPr/>
        </p:nvSpPr>
        <p:spPr>
          <a:xfrm>
            <a:off x="6838200" y="2990000"/>
            <a:ext cx="47956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dirty="0">
                <a:solidFill>
                  <a:srgbClr val="231F20"/>
                </a:solidFill>
                <a:latin typeface="Instrument Sans SemiBold"/>
              </a:rPr>
              <a:t>[Mitigation strategy]</a:t>
            </a:r>
          </a:p>
        </p:txBody>
      </p:sp>
      <p:sp>
        <p:nvSpPr>
          <p:cNvPr id="22" name="Cell 2_0"/>
          <p:cNvSpPr/>
          <p:nvPr/>
        </p:nvSpPr>
        <p:spPr>
          <a:xfrm>
            <a:off x="838200" y="3510000"/>
            <a:ext cx="298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dirty="0">
                <a:solidFill>
                  <a:srgbClr val="231F20"/>
                </a:solidFill>
                <a:latin typeface="Instrument Sans SemiBold"/>
              </a:rPr>
              <a:t>[Risk description 3]</a:t>
            </a:r>
          </a:p>
        </p:txBody>
      </p:sp>
      <p:sp>
        <p:nvSpPr>
          <p:cNvPr id="23" name="Cell 2_1"/>
          <p:cNvSpPr/>
          <p:nvPr/>
        </p:nvSpPr>
        <p:spPr>
          <a:xfrm>
            <a:off x="3838200" y="3510000"/>
            <a:ext cx="148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b="1" dirty="0">
                <a:solidFill>
                  <a:srgbClr val="FCB53B"/>
                </a:solidFill>
                <a:latin typeface="Instrument Sans SemiBold"/>
              </a:rPr>
              <a:t>Medium</a:t>
            </a:r>
          </a:p>
        </p:txBody>
      </p:sp>
      <p:sp>
        <p:nvSpPr>
          <p:cNvPr id="24" name="Cell 2_2"/>
          <p:cNvSpPr/>
          <p:nvPr/>
        </p:nvSpPr>
        <p:spPr>
          <a:xfrm>
            <a:off x="5338200" y="3510000"/>
            <a:ext cx="148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b="1" dirty="0">
                <a:solidFill>
                  <a:srgbClr val="FCB53B"/>
                </a:solidFill>
                <a:latin typeface="Instrument Sans SemiBold"/>
              </a:rPr>
              <a:t>Medium</a:t>
            </a:r>
          </a:p>
        </p:txBody>
      </p:sp>
      <p:sp>
        <p:nvSpPr>
          <p:cNvPr id="25" name="Cell 2_3"/>
          <p:cNvSpPr/>
          <p:nvPr/>
        </p:nvSpPr>
        <p:spPr>
          <a:xfrm>
            <a:off x="6838200" y="3510000"/>
            <a:ext cx="47956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dirty="0">
                <a:solidFill>
                  <a:srgbClr val="231F20"/>
                </a:solidFill>
                <a:latin typeface="Instrument Sans SemiBold"/>
              </a:rPr>
              <a:t>[Mitigation strategy]</a:t>
            </a:r>
          </a:p>
        </p:txBody>
      </p:sp>
      <p:sp>
        <p:nvSpPr>
          <p:cNvPr id="26" name="Cell 3_0"/>
          <p:cNvSpPr/>
          <p:nvPr/>
        </p:nvSpPr>
        <p:spPr>
          <a:xfrm>
            <a:off x="838200" y="4030000"/>
            <a:ext cx="298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dirty="0">
                <a:solidFill>
                  <a:srgbClr val="231F20"/>
                </a:solidFill>
                <a:latin typeface="Instrument Sans SemiBold"/>
              </a:rPr>
              <a:t>[Risk description 4]</a:t>
            </a:r>
          </a:p>
        </p:txBody>
      </p:sp>
      <p:sp>
        <p:nvSpPr>
          <p:cNvPr id="27" name="Cell 3_1"/>
          <p:cNvSpPr/>
          <p:nvPr/>
        </p:nvSpPr>
        <p:spPr>
          <a:xfrm>
            <a:off x="3838200" y="4030000"/>
            <a:ext cx="148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b="1" dirty="0">
                <a:solidFill>
                  <a:srgbClr val="38B34A"/>
                </a:solidFill>
                <a:latin typeface="Instrument Sans SemiBold"/>
              </a:rPr>
              <a:t>Low</a:t>
            </a:r>
          </a:p>
        </p:txBody>
      </p:sp>
      <p:sp>
        <p:nvSpPr>
          <p:cNvPr id="28" name="Cell 3_2"/>
          <p:cNvSpPr/>
          <p:nvPr/>
        </p:nvSpPr>
        <p:spPr>
          <a:xfrm>
            <a:off x="5338200" y="4030000"/>
            <a:ext cx="148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b="1" dirty="0">
                <a:solidFill>
                  <a:srgbClr val="38B34A"/>
                </a:solidFill>
                <a:latin typeface="Instrument Sans SemiBold"/>
              </a:rPr>
              <a:t>Medium</a:t>
            </a:r>
          </a:p>
        </p:txBody>
      </p:sp>
      <p:sp>
        <p:nvSpPr>
          <p:cNvPr id="29" name="Cell 3_3"/>
          <p:cNvSpPr/>
          <p:nvPr/>
        </p:nvSpPr>
        <p:spPr>
          <a:xfrm>
            <a:off x="6838200" y="4030000"/>
            <a:ext cx="47956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300" dirty="0">
                <a:solidFill>
                  <a:srgbClr val="231F20"/>
                </a:solidFill>
                <a:latin typeface="Instrument Sans SemiBold"/>
              </a:rPr>
              <a:t>[Mitigation strategy]</a:t>
            </a:r>
          </a:p>
        </p:txBody>
      </p:sp>
      <p:sp>
        <p:nvSpPr>
          <p:cNvPr id="2" name="Slide Number"/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Presentation Title Goes Here    |   Mmm YYYY    |    </a:t>
            </a:r>
            <a:fld id="{258E90BC-2E01-4359-AED7-5849BC58C23B}" type="slidenum">
              <a:rPr lang="en-AU" smtClean="0"/>
              <a:pPr/>
              <a:t>25</a:t>
            </a:fld>
            <a:endParaRPr lang="en-A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Engagement Governance</a:t>
            </a:r>
          </a:p>
        </p:txBody>
      </p:sp>
      <p:sp>
        <p:nvSpPr>
          <p:cNvPr id="9" name="Section Number"/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3.1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Governance structure for the engagement</a:t>
            </a:r>
          </a:p>
        </p:txBody>
      </p:sp>
      <p:sp>
        <p:nvSpPr>
          <p:cNvPr id="10" name="Steering"/>
          <p:cNvSpPr/>
          <p:nvPr/>
        </p:nvSpPr>
        <p:spPr>
          <a:xfrm>
            <a:off x="4346000" y="2200000"/>
            <a:ext cx="3500000" cy="7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500" b="1" dirty="0">
                <a:solidFill>
                  <a:srgbClr val="FFFFFF"/>
                </a:solidFill>
                <a:latin typeface="Instrument Sans SemiBold"/>
              </a:rPr>
              <a:t>Project Steering Committee</a:t>
            </a:r>
          </a:p>
          <a:p>
            <a:r>
              <a:rPr lang="en-AU" sz="1200" dirty="0">
                <a:solidFill>
                  <a:srgbClr val="FFFFFF"/>
                </a:solidFill>
                <a:latin typeface="Instrument Sans SemiBold"/>
              </a:rPr>
              <a:t>[Members]</a:t>
            </a:r>
          </a:p>
        </p:txBody>
      </p:sp>
      <p:sp>
        <p:nvSpPr>
          <p:cNvPr id="13" name="PM"/>
          <p:cNvSpPr/>
          <p:nvPr/>
        </p:nvSpPr>
        <p:spPr>
          <a:xfrm>
            <a:off x="2496000" y="3200000"/>
            <a:ext cx="3200000" cy="700000"/>
          </a:xfrm>
          <a:prstGeom prst="rect">
            <a:avLst/>
          </a:prstGeom>
          <a:solidFill>
            <a:srgbClr val="38B34A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500" b="1" dirty="0">
                <a:solidFill>
                  <a:srgbClr val="FFFFFF"/>
                </a:solidFill>
                <a:latin typeface="Instrument Sans SemiBold"/>
              </a:rPr>
              <a:t>Project Manager</a:t>
            </a:r>
          </a:p>
          <a:p>
            <a:r>
              <a:rPr lang="en-AU" sz="1200" dirty="0">
                <a:solidFill>
                  <a:srgbClr val="FFFFFF"/>
                </a:solidFill>
                <a:latin typeface="Instrument Sans SemiBold"/>
              </a:rPr>
              <a:t>[Name]</a:t>
            </a:r>
          </a:p>
        </p:txBody>
      </p:sp>
      <p:sp>
        <p:nvSpPr>
          <p:cNvPr id="14" name="Tech Lead"/>
          <p:cNvSpPr/>
          <p:nvPr/>
        </p:nvSpPr>
        <p:spPr>
          <a:xfrm>
            <a:off x="6496000" y="3200000"/>
            <a:ext cx="3200000" cy="700000"/>
          </a:xfrm>
          <a:prstGeom prst="rect">
            <a:avLst/>
          </a:prstGeom>
          <a:solidFill>
            <a:srgbClr val="248DC1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500" b="1" dirty="0">
                <a:solidFill>
                  <a:srgbClr val="FFFFFF"/>
                </a:solidFill>
                <a:latin typeface="Instrument Sans SemiBold"/>
              </a:rPr>
              <a:t>Technical Lead</a:t>
            </a:r>
          </a:p>
          <a:p>
            <a:r>
              <a:rPr lang="en-AU" sz="1200" dirty="0">
                <a:solidFill>
                  <a:srgbClr val="FFFFFF"/>
                </a:solidFill>
                <a:latin typeface="Instrument Sans SemiBold"/>
              </a:rPr>
              <a:t>[Name]</a:t>
            </a:r>
          </a:p>
        </p:txBody>
      </p:sp>
      <p:sp>
        <p:nvSpPr>
          <p:cNvPr id="17" name="Working Team"/>
          <p:cNvSpPr/>
          <p:nvPr/>
        </p:nvSpPr>
        <p:spPr>
          <a:xfrm>
            <a:off x="3096000" y="4200000"/>
            <a:ext cx="6000000" cy="7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500" b="1" dirty="0">
                <a:solidFill>
                  <a:srgbClr val="231F20"/>
                </a:solidFill>
                <a:latin typeface="Instrument Sans SemiBold"/>
              </a:rPr>
              <a:t>Working Team</a:t>
            </a:r>
          </a:p>
          <a:p>
            <a:r>
              <a:rPr lang="en-AU" sz="1200" dirty="0">
                <a:solidFill>
                  <a:srgbClr val="969696"/>
                </a:solidFill>
                <a:latin typeface="Instrument Sans SemiBold"/>
              </a:rPr>
              <a:t>[Team members, roles, and responsibilities]</a:t>
            </a:r>
          </a:p>
        </p:txBody>
      </p:sp>
      <p:sp>
        <p:nvSpPr>
          <p:cNvPr id="2" name="Slide Number"/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Presentation Title Goes Here    |   Mmm YYYY    |    </a:t>
            </a:r>
            <a:fld id="{258E90BC-2E01-4359-AED7-5849BC58C23B}" type="slidenum">
              <a:rPr lang="en-AU" smtClean="0"/>
              <a:pPr/>
              <a:t>26</a:t>
            </a:fld>
            <a:endParaRPr lang="en-AU" dirty="0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D8B0A4F5-3106-DC19-B240-33129B795782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rot="5400000">
            <a:off x="4946000" y="2050000"/>
            <a:ext cx="300000" cy="2000000"/>
          </a:xfrm>
          <a:prstGeom prst="bentConnector3">
            <a:avLst/>
          </a:prstGeom>
          <a:ln w="19050">
            <a:solidFill>
              <a:srgbClr val="38B34A"/>
            </a:solidFill>
          </a:ln>
        </p:spPr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7FB378F4-2AD8-1076-5AE4-DB0FEF0336CD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16200000" flipH="1">
            <a:off x="6946000" y="2050000"/>
            <a:ext cx="300000" cy="2000000"/>
          </a:xfrm>
          <a:prstGeom prst="bentConnector3">
            <a:avLst>
              <a:gd name="adj1" fmla="val 50000"/>
            </a:avLst>
          </a:prstGeom>
          <a:ln w="19050">
            <a:solidFill>
              <a:srgbClr val="38B34A"/>
            </a:solidFill>
          </a:ln>
        </p:spPr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1A3FC4A-53CB-8754-B2A4-F8B68B7585E2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rot="5400000">
            <a:off x="5446000" y="3550000"/>
            <a:ext cx="1300000" cy="12700"/>
          </a:xfrm>
          <a:prstGeom prst="bentConnector3">
            <a:avLst>
              <a:gd name="adj1" fmla="val 50000"/>
            </a:avLst>
          </a:prstGeom>
          <a:ln w="19050">
            <a:solidFill>
              <a:srgbClr val="38B34A"/>
            </a:solidFill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479425"/>
          </a:xfrm>
        </p:spPr>
        <p:txBody>
          <a:bodyPr/>
          <a:lstStyle/>
          <a:p>
            <a:r>
              <a:rPr lang="en-AU" dirty="0"/>
              <a:t>Typical Engagement Week</a:t>
            </a:r>
          </a:p>
        </p:txBody>
      </p:sp>
      <p:sp>
        <p:nvSpPr>
          <p:cNvPr id="9" name="Section Number"/>
          <p:cNvSpPr>
            <a:spLocks noGrp="1"/>
          </p:cNvSpPr>
          <p:nvPr>
            <p:ph type="body" sz="quarter" idx="15"/>
          </p:nvPr>
        </p:nvSpPr>
        <p:spPr>
          <a:xfrm>
            <a:off x="0" y="864481"/>
            <a:ext cx="733425" cy="459493"/>
          </a:xfrm>
        </p:spPr>
        <p:txBody>
          <a:bodyPr/>
          <a:lstStyle/>
          <a:p>
            <a:r>
              <a:rPr lang="en-AU" dirty="0"/>
              <a:t>3.2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838200" y="1512027"/>
            <a:ext cx="10515600" cy="409343"/>
          </a:xfrm>
        </p:spPr>
        <p:txBody>
          <a:bodyPr/>
          <a:lstStyle/>
          <a:p>
            <a:r>
              <a:rPr lang="en-AU" dirty="0"/>
              <a:t>How we structure our typical working week</a:t>
            </a:r>
          </a:p>
        </p:txBody>
      </p:sp>
      <p:sp>
        <p:nvSpPr>
          <p:cNvPr id="10" name="Day 0"/>
          <p:cNvSpPr/>
          <p:nvPr/>
        </p:nvSpPr>
        <p:spPr>
          <a:xfrm>
            <a:off x="996000" y="2100000"/>
            <a:ext cx="2000000" cy="400000"/>
          </a:xfrm>
          <a:prstGeom prst="rect">
            <a:avLst/>
          </a:prstGeom>
          <a:solidFill>
            <a:srgbClr val="38B34A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400" b="1" dirty="0">
                <a:solidFill>
                  <a:srgbClr val="FFFFFF"/>
                </a:solidFill>
                <a:latin typeface="Instrument Sans SemiBold"/>
              </a:rPr>
              <a:t>Monday</a:t>
            </a:r>
          </a:p>
        </p:txBody>
      </p:sp>
      <p:sp>
        <p:nvSpPr>
          <p:cNvPr id="11" name="Day 1"/>
          <p:cNvSpPr/>
          <p:nvPr/>
        </p:nvSpPr>
        <p:spPr>
          <a:xfrm>
            <a:off x="3046000" y="2100000"/>
            <a:ext cx="2000000" cy="400000"/>
          </a:xfrm>
          <a:prstGeom prst="rect">
            <a:avLst/>
          </a:prstGeom>
          <a:solidFill>
            <a:srgbClr val="195B4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400" b="1" dirty="0">
                <a:solidFill>
                  <a:srgbClr val="FFFFFF"/>
                </a:solidFill>
                <a:latin typeface="Instrument Sans SemiBold"/>
              </a:rPr>
              <a:t>Tuesday</a:t>
            </a:r>
          </a:p>
        </p:txBody>
      </p:sp>
      <p:sp>
        <p:nvSpPr>
          <p:cNvPr id="12" name="Day 2"/>
          <p:cNvSpPr/>
          <p:nvPr/>
        </p:nvSpPr>
        <p:spPr>
          <a:xfrm>
            <a:off x="5096000" y="2100000"/>
            <a:ext cx="2000000" cy="400000"/>
          </a:xfrm>
          <a:prstGeom prst="rect">
            <a:avLst/>
          </a:prstGeom>
          <a:solidFill>
            <a:srgbClr val="248DC1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400" b="1" dirty="0">
                <a:solidFill>
                  <a:srgbClr val="FFFFFF"/>
                </a:solidFill>
                <a:latin typeface="Instrument Sans SemiBold"/>
              </a:rPr>
              <a:t>Wednesday</a:t>
            </a:r>
          </a:p>
        </p:txBody>
      </p:sp>
      <p:sp>
        <p:nvSpPr>
          <p:cNvPr id="13" name="Day 3"/>
          <p:cNvSpPr/>
          <p:nvPr/>
        </p:nvSpPr>
        <p:spPr>
          <a:xfrm>
            <a:off x="7146000" y="2100000"/>
            <a:ext cx="2000000" cy="400000"/>
          </a:xfrm>
          <a:prstGeom prst="rect">
            <a:avLst/>
          </a:prstGeom>
          <a:solidFill>
            <a:srgbClr val="7E3794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400" b="1" dirty="0">
                <a:solidFill>
                  <a:srgbClr val="FFFFFF"/>
                </a:solidFill>
                <a:latin typeface="Instrument Sans SemiBold"/>
              </a:rPr>
              <a:t>Thursday</a:t>
            </a:r>
          </a:p>
        </p:txBody>
      </p:sp>
      <p:sp>
        <p:nvSpPr>
          <p:cNvPr id="14" name="Day 4"/>
          <p:cNvSpPr/>
          <p:nvPr/>
        </p:nvSpPr>
        <p:spPr>
          <a:xfrm>
            <a:off x="9196000" y="2100000"/>
            <a:ext cx="2000000" cy="400000"/>
          </a:xfrm>
          <a:prstGeom prst="rect">
            <a:avLst/>
          </a:prstGeom>
          <a:solidFill>
            <a:srgbClr val="F47E4D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400" b="1" dirty="0">
                <a:solidFill>
                  <a:srgbClr val="FFFFFF"/>
                </a:solidFill>
                <a:latin typeface="Instrument Sans SemiBold"/>
              </a:rPr>
              <a:t>Friday</a:t>
            </a:r>
          </a:p>
        </p:txBody>
      </p:sp>
      <p:sp>
        <p:nvSpPr>
          <p:cNvPr id="15" name="Slot 0_0"/>
          <p:cNvSpPr/>
          <p:nvPr/>
        </p:nvSpPr>
        <p:spPr>
          <a:xfrm>
            <a:off x="996000" y="2520000"/>
            <a:ext cx="2000000" cy="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[AM Activity]</a:t>
            </a:r>
          </a:p>
        </p:txBody>
      </p:sp>
      <p:sp>
        <p:nvSpPr>
          <p:cNvPr id="16" name="Slot 0_1"/>
          <p:cNvSpPr/>
          <p:nvPr/>
        </p:nvSpPr>
        <p:spPr>
          <a:xfrm>
            <a:off x="3046000" y="2520000"/>
            <a:ext cx="2000000" cy="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[AM Activity]</a:t>
            </a:r>
          </a:p>
        </p:txBody>
      </p:sp>
      <p:sp>
        <p:nvSpPr>
          <p:cNvPr id="17" name="Slot 0_2"/>
          <p:cNvSpPr/>
          <p:nvPr/>
        </p:nvSpPr>
        <p:spPr>
          <a:xfrm>
            <a:off x="5096000" y="2520000"/>
            <a:ext cx="2000000" cy="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[AM Activity]</a:t>
            </a:r>
          </a:p>
        </p:txBody>
      </p:sp>
      <p:sp>
        <p:nvSpPr>
          <p:cNvPr id="18" name="Slot 0_3"/>
          <p:cNvSpPr/>
          <p:nvPr/>
        </p:nvSpPr>
        <p:spPr>
          <a:xfrm>
            <a:off x="7146000" y="2520000"/>
            <a:ext cx="2000000" cy="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[AM Activity]</a:t>
            </a:r>
          </a:p>
        </p:txBody>
      </p:sp>
      <p:sp>
        <p:nvSpPr>
          <p:cNvPr id="19" name="Slot 0_4"/>
          <p:cNvSpPr/>
          <p:nvPr/>
        </p:nvSpPr>
        <p:spPr>
          <a:xfrm>
            <a:off x="9196000" y="2520000"/>
            <a:ext cx="2000000" cy="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[AM Activity]</a:t>
            </a:r>
          </a:p>
        </p:txBody>
      </p:sp>
      <p:sp>
        <p:nvSpPr>
          <p:cNvPr id="20" name="Slot 1_0"/>
          <p:cNvSpPr/>
          <p:nvPr/>
        </p:nvSpPr>
        <p:spPr>
          <a:xfrm>
            <a:off x="996000" y="3090000"/>
            <a:ext cx="2000000" cy="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[Midday Activity]</a:t>
            </a:r>
          </a:p>
        </p:txBody>
      </p:sp>
      <p:sp>
        <p:nvSpPr>
          <p:cNvPr id="21" name="Slot 1_1"/>
          <p:cNvSpPr/>
          <p:nvPr/>
        </p:nvSpPr>
        <p:spPr>
          <a:xfrm>
            <a:off x="3046000" y="3090000"/>
            <a:ext cx="2000000" cy="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[Midday Activity]</a:t>
            </a:r>
          </a:p>
        </p:txBody>
      </p:sp>
      <p:sp>
        <p:nvSpPr>
          <p:cNvPr id="22" name="Slot 1_2"/>
          <p:cNvSpPr/>
          <p:nvPr/>
        </p:nvSpPr>
        <p:spPr>
          <a:xfrm>
            <a:off x="5096000" y="3090000"/>
            <a:ext cx="2000000" cy="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[Midday Activity]</a:t>
            </a:r>
          </a:p>
        </p:txBody>
      </p:sp>
      <p:sp>
        <p:nvSpPr>
          <p:cNvPr id="23" name="Slot 1_3"/>
          <p:cNvSpPr/>
          <p:nvPr/>
        </p:nvSpPr>
        <p:spPr>
          <a:xfrm>
            <a:off x="7146000" y="3090000"/>
            <a:ext cx="2000000" cy="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[Midday Activity]</a:t>
            </a:r>
          </a:p>
        </p:txBody>
      </p:sp>
      <p:sp>
        <p:nvSpPr>
          <p:cNvPr id="24" name="Slot 1_4"/>
          <p:cNvSpPr/>
          <p:nvPr/>
        </p:nvSpPr>
        <p:spPr>
          <a:xfrm>
            <a:off x="9196000" y="3090000"/>
            <a:ext cx="2000000" cy="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[Midday Activity]</a:t>
            </a:r>
          </a:p>
        </p:txBody>
      </p:sp>
      <p:sp>
        <p:nvSpPr>
          <p:cNvPr id="25" name="Slot 2_0"/>
          <p:cNvSpPr/>
          <p:nvPr/>
        </p:nvSpPr>
        <p:spPr>
          <a:xfrm>
            <a:off x="996000" y="3660000"/>
            <a:ext cx="2000000" cy="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[PM Activity]</a:t>
            </a:r>
          </a:p>
        </p:txBody>
      </p:sp>
      <p:sp>
        <p:nvSpPr>
          <p:cNvPr id="26" name="Slot 2_1"/>
          <p:cNvSpPr/>
          <p:nvPr/>
        </p:nvSpPr>
        <p:spPr>
          <a:xfrm>
            <a:off x="3046000" y="3660000"/>
            <a:ext cx="2000000" cy="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[PM Activity]</a:t>
            </a:r>
          </a:p>
        </p:txBody>
      </p:sp>
      <p:sp>
        <p:nvSpPr>
          <p:cNvPr id="27" name="Slot 2_2"/>
          <p:cNvSpPr/>
          <p:nvPr/>
        </p:nvSpPr>
        <p:spPr>
          <a:xfrm>
            <a:off x="5096000" y="3660000"/>
            <a:ext cx="2000000" cy="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[PM Activity]</a:t>
            </a:r>
          </a:p>
        </p:txBody>
      </p:sp>
      <p:sp>
        <p:nvSpPr>
          <p:cNvPr id="28" name="Slot 2_3"/>
          <p:cNvSpPr/>
          <p:nvPr/>
        </p:nvSpPr>
        <p:spPr>
          <a:xfrm>
            <a:off x="7146000" y="3660000"/>
            <a:ext cx="2000000" cy="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[PM Activity]</a:t>
            </a:r>
          </a:p>
        </p:txBody>
      </p:sp>
      <p:sp>
        <p:nvSpPr>
          <p:cNvPr id="29" name="Slot 2_4"/>
          <p:cNvSpPr/>
          <p:nvPr/>
        </p:nvSpPr>
        <p:spPr>
          <a:xfrm>
            <a:off x="9196000" y="3660000"/>
            <a:ext cx="2000000" cy="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08000" tIns="72000" rIns="108000" bIns="72000" anchor="ctr"/>
          <a:lstStyle/>
          <a:p>
            <a:r>
              <a:rPr lang="en-AU" sz="1100" dirty="0">
                <a:solidFill>
                  <a:srgbClr val="231F20"/>
                </a:solidFill>
                <a:latin typeface="Instrument Sans SemiBold"/>
              </a:rPr>
              <a:t>[PM Activity]</a:t>
            </a:r>
          </a:p>
        </p:txBody>
      </p:sp>
      <p:sp>
        <p:nvSpPr>
          <p:cNvPr id="2" name="Slide Number"/>
          <p:cNvSpPr>
            <a:spLocks noGrp="1"/>
          </p:cNvSpPr>
          <p:nvPr>
            <p:ph type="sldNum" sz="quarter" idx="4"/>
          </p:nvPr>
        </p:nvSpPr>
        <p:spPr>
          <a:xfrm>
            <a:off x="7810500" y="6324332"/>
            <a:ext cx="3543300" cy="274320"/>
          </a:xfrm>
        </p:spPr>
        <p:txBody>
          <a:bodyPr/>
          <a:lstStyle/>
          <a:p>
            <a:r>
              <a:rPr lang="en-AU" dirty="0"/>
              <a:t>Presentation Title Goes Here    |   Mmm YYYY    |    </a:t>
            </a:r>
            <a:fld id="{258E90BC-2E01-4359-AED7-5849BC58C23B}" type="slidenum">
              <a:rPr lang="en-AU" smtClean="0"/>
              <a:pPr/>
              <a:t>27</a:t>
            </a:fld>
            <a:endParaRPr lang="en-A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0394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C0AAA8-1D07-7274-3AE6-DCA0FE78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AU"/>
              <a:t> </a:t>
            </a:r>
            <a:r>
              <a:rPr lang="en-AU" altLang="en-US"/>
              <a:t>Presentation Title Goes Here    |   </a:t>
            </a:r>
            <a:r>
              <a:rPr lang="en-AU" altLang="en-US" dirty="0" err="1"/>
              <a:t>Mmm</a:t>
            </a:r>
            <a:r>
              <a:rPr lang="en-AU" altLang="en-US" dirty="0"/>
              <a:t> YYYY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7702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XA Consulting">
      <a:dk1>
        <a:srgbClr val="231F20"/>
      </a:dk1>
      <a:lt1>
        <a:sysClr val="window" lastClr="FFFFFF"/>
      </a:lt1>
      <a:dk2>
        <a:srgbClr val="969696"/>
      </a:dk2>
      <a:lt2>
        <a:srgbClr val="F2F2F2"/>
      </a:lt2>
      <a:accent1>
        <a:srgbClr val="38B34A"/>
      </a:accent1>
      <a:accent2>
        <a:srgbClr val="195B44"/>
      </a:accent2>
      <a:accent3>
        <a:srgbClr val="248DC1"/>
      </a:accent3>
      <a:accent4>
        <a:srgbClr val="7E3794"/>
      </a:accent4>
      <a:accent5>
        <a:srgbClr val="F47E4D"/>
      </a:accent5>
      <a:accent6>
        <a:srgbClr val="FCB53B"/>
      </a:accent6>
      <a:hlink>
        <a:srgbClr val="248DC1"/>
      </a:hlink>
      <a:folHlink>
        <a:srgbClr val="7E3794"/>
      </a:folHlink>
    </a:clrScheme>
    <a:fontScheme name="MXA Consulting">
      <a:majorFont>
        <a:latin typeface="Instrument Sans"/>
        <a:ea typeface=""/>
        <a:cs typeface=""/>
      </a:majorFont>
      <a:minorFont>
        <a:latin typeface="Instrumen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B6724046-2E34-45E0-AFCF-150A9AFD14A5}" vid="{BD57C219-E7AC-4165-9BC7-A963CF9E0F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04880e-52e1-4cfd-9377-c76423b123ff">
      <Terms xmlns="http://schemas.microsoft.com/office/infopath/2007/PartnerControls"/>
    </lcf76f155ced4ddcb4097134ff3c332f>
    <TaxCatchAll xmlns="1a269646-7336-4d45-996a-203b1839c6f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E53F1701DF93448B01DB3EEDD0AE9D" ma:contentTypeVersion="15" ma:contentTypeDescription="Create a new document." ma:contentTypeScope="" ma:versionID="d0654678e621f5797fd116b40c31c1a5">
  <xsd:schema xmlns:xsd="http://www.w3.org/2001/XMLSchema" xmlns:xs="http://www.w3.org/2001/XMLSchema" xmlns:p="http://schemas.microsoft.com/office/2006/metadata/properties" xmlns:ns2="1504880e-52e1-4cfd-9377-c76423b123ff" xmlns:ns3="1a269646-7336-4d45-996a-203b1839c6f8" targetNamespace="http://schemas.microsoft.com/office/2006/metadata/properties" ma:root="true" ma:fieldsID="35dd34b2c2fff357dbd60ed4ffeeb425" ns2:_="" ns3:_="">
    <xsd:import namespace="1504880e-52e1-4cfd-9377-c76423b123ff"/>
    <xsd:import namespace="1a269646-7336-4d45-996a-203b1839c6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04880e-52e1-4cfd-9377-c76423b123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5a522b7-ef70-40d7-844f-01d3d2c6ef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269646-7336-4d45-996a-203b1839c6f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15f5ee5-2460-47c1-b289-97d31fad4e4b}" ma:internalName="TaxCatchAll" ma:showField="CatchAllData" ma:web="1a269646-7336-4d45-996a-203b1839c6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F4D4C8-0F48-45B7-BAD7-8ED9ECEDDB58}">
  <ds:schemaRefs>
    <ds:schemaRef ds:uri="http://schemas.microsoft.com/office/2006/metadata/properties"/>
    <ds:schemaRef ds:uri="http://schemas.microsoft.com/office/infopath/2007/PartnerControls"/>
    <ds:schemaRef ds:uri="1504880e-52e1-4cfd-9377-c76423b123ff"/>
    <ds:schemaRef ds:uri="1a269646-7336-4d45-996a-203b1839c6f8"/>
  </ds:schemaRefs>
</ds:datastoreItem>
</file>

<file path=customXml/itemProps2.xml><?xml version="1.0" encoding="utf-8"?>
<ds:datastoreItem xmlns:ds="http://schemas.openxmlformats.org/officeDocument/2006/customXml" ds:itemID="{83F73425-B1F7-4414-A88E-6A92E1474A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401EAE-C7CC-46BE-9028-692F82BF59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04880e-52e1-4cfd-9377-c76423b123ff"/>
    <ds:schemaRef ds:uri="1a269646-7336-4d45-996a-203b1839c6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240515 16 9_MXA Template (Presentation)</Template>
  <TotalTime>2</TotalTime>
  <Words>2203</Words>
  <Application>Microsoft Office PowerPoint</Application>
  <PresentationFormat>Widescreen</PresentationFormat>
  <Paragraphs>421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Courier New</vt:lpstr>
      <vt:lpstr>Instrument Sans</vt:lpstr>
      <vt:lpstr>Instrument Sans Medium</vt:lpstr>
      <vt:lpstr>Instrument Sans SemiBold</vt:lpstr>
      <vt:lpstr>Wingdings</vt:lpstr>
      <vt:lpstr>Office Theme</vt:lpstr>
      <vt:lpstr>[Click Here to Update the Presentation Title]</vt:lpstr>
      <vt:lpstr>Contents</vt:lpstr>
      <vt:lpstr>Executive Summary</vt:lpstr>
      <vt:lpstr>Section Header</vt:lpstr>
      <vt:lpstr>Title, Subtitle and 1 Column Content </vt:lpstr>
      <vt:lpstr>Title and 2 Column Content</vt:lpstr>
      <vt:lpstr>Title, Subtitle and 2 Column Content</vt:lpstr>
      <vt:lpstr>Title and 4 Photo Placeholders</vt:lpstr>
      <vt:lpstr>Title and 4 Photo Placeholders (Labeled)</vt:lpstr>
      <vt:lpstr>Title and 4 Contents (Labeled)</vt:lpstr>
      <vt:lpstr>Title and 4 Column Content</vt:lpstr>
      <vt:lpstr>Title and 4  Column Content</vt:lpstr>
      <vt:lpstr>Title</vt:lpstr>
      <vt:lpstr>Title</vt:lpstr>
      <vt:lpstr>Title</vt:lpstr>
      <vt:lpstr>Title</vt:lpstr>
      <vt:lpstr>Case Study</vt:lpstr>
      <vt:lpstr>Client Testimonial</vt:lpstr>
      <vt:lpstr>Our Team</vt:lpstr>
      <vt:lpstr>Team Biography</vt:lpstr>
      <vt:lpstr>Our Approach</vt:lpstr>
      <vt:lpstr>Project Timeline</vt:lpstr>
      <vt:lpstr>Our Clients</vt:lpstr>
      <vt:lpstr>Key Metrics</vt:lpstr>
      <vt:lpstr>Risk Assessment</vt:lpstr>
      <vt:lpstr>Engagement Governance</vt:lpstr>
      <vt:lpstr>Typical Engagement Week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Rishni Ratnam</dc:creator>
  <cp:lastModifiedBy>Rishni Ratnam</cp:lastModifiedBy>
  <cp:revision>3</cp:revision>
  <dcterms:created xsi:type="dcterms:W3CDTF">2026-02-18T22:54:39Z</dcterms:created>
  <dcterms:modified xsi:type="dcterms:W3CDTF">2026-03-18T09:38:16Z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0x0101009CE53F1701DF93448B01DB3EEDD0AE9D</vt:lpwstr>
  </property>
</Properties>
</file>